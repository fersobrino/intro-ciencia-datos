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Ex2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Ex3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Ex4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charts/chartEx5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charts/chartEx6.xml" ContentType="application/vnd.ms-office.chartex+xml"/>
  <Override PartName="/ppt/charts/style7.xml" ContentType="application/vnd.ms-office.chartstyle+xml"/>
  <Override PartName="/ppt/charts/colors7.xml" ContentType="application/vnd.ms-office.chartcolorstyle+xml"/>
  <Override PartName="/ppt/charts/chartEx7.xml" ContentType="application/vnd.ms-office.chartex+xml"/>
  <Override PartName="/ppt/charts/style8.xml" ContentType="application/vnd.ms-office.chartstyle+xml"/>
  <Override PartName="/ppt/charts/colors8.xml" ContentType="application/vnd.ms-office.chartcolorstyle+xml"/>
  <Override PartName="/ppt/charts/chartEx8.xml" ContentType="application/vnd.ms-office.chartex+xml"/>
  <Override PartName="/ppt/charts/style9.xml" ContentType="application/vnd.ms-office.chartstyle+xml"/>
  <Override PartName="/ppt/charts/colors9.xml" ContentType="application/vnd.ms-office.chartcolorstyle+xml"/>
  <Override PartName="/ppt/charts/chartEx9.xml" ContentType="application/vnd.ms-office.chartex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60" r:id="rId6"/>
    <p:sldId id="262" r:id="rId7"/>
    <p:sldId id="263" r:id="rId8"/>
    <p:sldId id="264" r:id="rId9"/>
    <p:sldId id="265" r:id="rId10"/>
    <p:sldId id="266" r:id="rId11"/>
    <p:sldId id="268" r:id="rId12"/>
    <p:sldId id="267" r:id="rId13"/>
    <p:sldId id="269" r:id="rId14"/>
    <p:sldId id="278" r:id="rId15"/>
    <p:sldId id="282" r:id="rId16"/>
    <p:sldId id="283" r:id="rId17"/>
    <p:sldId id="259" r:id="rId18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1"/>
    <p:restoredTop sz="95687"/>
  </p:normalViewPr>
  <p:slideViewPr>
    <p:cSldViewPr snapToGrid="0">
      <p:cViewPr varScale="1">
        <p:scale>
          <a:sx n="128" d="100"/>
          <a:sy n="128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Microsoft_Excel_Worksheet2.xlsx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Microsoft_Excel_Worksheet3.xlsx"/></Relationships>
</file>

<file path=ppt/charts/_rels/chartEx4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Microsoft_Excel_Worksheet4.xlsx"/></Relationships>
</file>

<file path=ppt/charts/_rels/chartEx5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Microsoft_Excel_Worksheet5.xlsx"/></Relationships>
</file>

<file path=ppt/charts/_rels/chartEx6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package" Target="../embeddings/Microsoft_Excel_Worksheet6.xlsx"/></Relationships>
</file>

<file path=ppt/charts/_rels/chartEx7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package" Target="../embeddings/Microsoft_Excel_Worksheet7.xlsx"/></Relationships>
</file>

<file path=ppt/charts/_rels/chartEx8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package" Target="../embeddings/Microsoft_Excel_Worksheet8.xlsx"/></Relationships>
</file>

<file path=ppt/charts/_rels/chartEx9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s-ES_tradnl" sz="800" b="0" i="0" u="none" strike="noStrike" kern="1200" spc="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800"/>
              <a:t>Color favorito</a:t>
            </a:r>
          </a:p>
        </c:rich>
      </c:tx>
      <c:layout>
        <c:manualLayout>
          <c:xMode val="edge"/>
          <c:yMode val="edge"/>
          <c:x val="0.4038388748176928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s-ES_tradnl" sz="800" b="0" i="0" u="none" strike="noStrike" kern="1200" spc="0" baseline="0" noProof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MX"/>
        </a:p>
      </c:txPr>
    </c:title>
    <c:autoTitleDeleted val="0"/>
    <c:plotArea>
      <c:layout>
        <c:manualLayout>
          <c:layoutTarget val="inner"/>
          <c:xMode val="edge"/>
          <c:yMode val="edge"/>
          <c:x val="5.3805619961627714E-2"/>
          <c:y val="0.23646958029169651"/>
          <c:w val="0.90675977322362356"/>
          <c:h val="0.50643226527041596"/>
        </c:manualLayout>
      </c:layou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1084463"/>
        <c:axId val="200860911"/>
      </c:barChart>
      <c:catAx>
        <c:axId val="2010844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s-ES_tradnl" sz="800" b="0" i="0" u="none" strike="noStrike" kern="12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MX"/>
          </a:p>
        </c:txPr>
        <c:crossAx val="200860911"/>
        <c:crosses val="autoZero"/>
        <c:auto val="1"/>
        <c:lblAlgn val="ctr"/>
        <c:lblOffset val="100"/>
        <c:noMultiLvlLbl val="0"/>
      </c:catAx>
      <c:valAx>
        <c:axId val="20086091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010844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lang="es-ES_tradnl" sz="1000" noProof="0"/>
      </a:pPr>
      <a:endParaRPr lang="en-MX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Sheet1!$A$2:$A$500</cx:f>
        <cx:lvl ptCount="499" formatCode="0.00">
          <cx:pt idx="0">1.6599999999999999</cx:pt>
          <cx:pt idx="1">1.6299999999999999</cx:pt>
          <cx:pt idx="2">1.6599999999999999</cx:pt>
          <cx:pt idx="3">1.74</cx:pt>
          <cx:pt idx="4">1.8700000000000001</cx:pt>
          <cx:pt idx="5">1.6200000000000001</cx:pt>
          <cx:pt idx="6">1.46</cx:pt>
          <cx:pt idx="7">1.8100000000000001</cx:pt>
          <cx:pt idx="8">1.6499999999999999</cx:pt>
          <cx:pt idx="9">1.6599999999999999</cx:pt>
          <cx:pt idx="10">1.8200000000000001</cx:pt>
          <cx:pt idx="11">1.6299999999999999</cx:pt>
          <cx:pt idx="12">1.53</cx:pt>
          <cx:pt idx="13">1.8300000000000001</cx:pt>
          <cx:pt idx="14">1.6599999999999999</cx:pt>
          <cx:pt idx="15">1.77</cx:pt>
          <cx:pt idx="16">1.8500000000000001</cx:pt>
          <cx:pt idx="17">1.6499999999999999</cx:pt>
          <cx:pt idx="18">1.5800000000000001</cx:pt>
          <cx:pt idx="19">1.73</cx:pt>
          <cx:pt idx="20">1.71</cx:pt>
          <cx:pt idx="21">1.8899999999999999</cx:pt>
          <cx:pt idx="22">1.74</cx:pt>
          <cx:pt idx="23">1.55</cx:pt>
          <cx:pt idx="24">1.74</cx:pt>
          <cx:pt idx="25">1.76</cx:pt>
          <cx:pt idx="26">1.6299999999999999</cx:pt>
          <cx:pt idx="27">1.8500000000000001</cx:pt>
          <cx:pt idx="28">1.3600000000000001</cx:pt>
          <cx:pt idx="29">1.6399999999999999</cx:pt>
          <cx:pt idx="30">1.54</cx:pt>
          <cx:pt idx="31">2.1899999999999999</cx:pt>
          <cx:pt idx="32">1.5900000000000001</cx:pt>
          <cx:pt idx="33">1.97</cx:pt>
          <cx:pt idx="34">1.7</cx:pt>
          <cx:pt idx="35">1.8700000000000001</cx:pt>
          <cx:pt idx="36">1.9399999999999999</cx:pt>
          <cx:pt idx="37">1.53</cx:pt>
          <cx:pt idx="38">1.5700000000000001</cx:pt>
          <cx:pt idx="39">1.6499999999999999</cx:pt>
          <cx:pt idx="40">1.79</cx:pt>
          <cx:pt idx="41">2.02</cx:pt>
          <cx:pt idx="42">1.6499999999999999</cx:pt>
          <cx:pt idx="43">1.77</cx:pt>
          <cx:pt idx="44">1.5700000000000001</cx:pt>
          <cx:pt idx="45">1.9199999999999999</cx:pt>
          <cx:pt idx="46">1.6899999999999999</cx:pt>
          <cx:pt idx="47">1.72</cx:pt>
          <cx:pt idx="48">1.72</cx:pt>
          <cx:pt idx="49">1.79</cx:pt>
          <cx:pt idx="50">1.6299999999999999</cx:pt>
          <cx:pt idx="51">1.52</cx:pt>
          <cx:pt idx="52">1.78</cx:pt>
          <cx:pt idx="53">1.97</cx:pt>
          <cx:pt idx="54">1.6299999999999999</cx:pt>
          <cx:pt idx="55">1.9099999999999999</cx:pt>
          <cx:pt idx="56">1.78</cx:pt>
          <cx:pt idx="57">1.6399999999999999</cx:pt>
          <cx:pt idx="58">1.46</cx:pt>
          <cx:pt idx="59">1.75</cx:pt>
          <cx:pt idx="60">1.5700000000000001</cx:pt>
          <cx:pt idx="61">1.95</cx:pt>
          <cx:pt idx="62">1.6000000000000001</cx:pt>
          <cx:pt idx="63">1.5700000000000001</cx:pt>
          <cx:pt idx="64">1.6200000000000001</cx:pt>
          <cx:pt idx="65">1.8300000000000001</cx:pt>
          <cx:pt idx="66">1.47</cx:pt>
          <cx:pt idx="67">1.8600000000000001</cx:pt>
          <cx:pt idx="68">1.4399999999999999</cx:pt>
          <cx:pt idx="69">1.8700000000000001</cx:pt>
          <cx:pt idx="70">1.5</cx:pt>
          <cx:pt idx="71">1.9399999999999999</cx:pt>
          <cx:pt idx="72">1.8999999999999999</cx:pt>
          <cx:pt idx="73">1.78</cx:pt>
          <cx:pt idx="74">1.8500000000000001</cx:pt>
          <cx:pt idx="75">2.04</cx:pt>
          <cx:pt idx="76">1.77</cx:pt>
          <cx:pt idx="77">1.5900000000000001</cx:pt>
          <cx:pt idx="78">1.53</cx:pt>
          <cx:pt idx="79">2.1000000000000001</cx:pt>
          <cx:pt idx="80">1.79</cx:pt>
          <cx:pt idx="81">1.71</cx:pt>
          <cx:pt idx="82">1.6499999999999999</cx:pt>
          <cx:pt idx="83">1.76</cx:pt>
          <cx:pt idx="84">2.0299999999999998</cx:pt>
          <cx:pt idx="85">1.8500000000000001</cx:pt>
          <cx:pt idx="86">1.6299999999999999</cx:pt>
          <cx:pt idx="87">1.9399999999999999</cx:pt>
          <cx:pt idx="88">1.9399999999999999</cx:pt>
          <cx:pt idx="89">1.74</cx:pt>
          <cx:pt idx="90">1.6499999999999999</cx:pt>
          <cx:pt idx="91">1.3</cx:pt>
          <cx:pt idx="92">1.51</cx:pt>
          <cx:pt idx="93">1.3999999999999999</cx:pt>
          <cx:pt idx="94">1.6299999999999999</cx:pt>
          <cx:pt idx="95">1.8</cx:pt>
          <cx:pt idx="96">1.6699999999999999</cx:pt>
          <cx:pt idx="97">1.3400000000000001</cx:pt>
          <cx:pt idx="98">1.49</cx:pt>
          <cx:pt idx="99">1.75</cx:pt>
          <cx:pt idx="100">1.6200000000000001</cx:pt>
          <cx:pt idx="101">1.8400000000000001</cx:pt>
          <cx:pt idx="102">1.6100000000000001</cx:pt>
          <cx:pt idx="103">1.5700000000000001</cx:pt>
          <cx:pt idx="104">1.78</cx:pt>
          <cx:pt idx="105">1.97</cx:pt>
          <cx:pt idx="106">1.7</cx:pt>
          <cx:pt idx="107">1.4199999999999999</cx:pt>
          <cx:pt idx="108">1.6899999999999999</cx:pt>
          <cx:pt idx="109">1.98</cx:pt>
          <cx:pt idx="110">1.6399999999999999</cx:pt>
          <cx:pt idx="111">1.6799999999999999</cx:pt>
          <cx:pt idx="112">1.76</cx:pt>
          <cx:pt idx="113">1.73</cx:pt>
          <cx:pt idx="114">1.47</cx:pt>
          <cx:pt idx="115">1.9299999999999999</cx:pt>
          <cx:pt idx="116">1.8899999999999999</cx:pt>
          <cx:pt idx="117">1.99</cx:pt>
          <cx:pt idx="118">1.8500000000000001</cx:pt>
          <cx:pt idx="119">1.54</cx:pt>
          <cx:pt idx="120">1.6499999999999999</cx:pt>
          <cx:pt idx="121">1.5700000000000001</cx:pt>
          <cx:pt idx="122">1.53</cx:pt>
          <cx:pt idx="123">1.9099999999999999</cx:pt>
          <cx:pt idx="124">1.6299999999999999</cx:pt>
          <cx:pt idx="125">1.97</cx:pt>
          <cx:pt idx="126">1.6200000000000001</cx:pt>
          <cx:pt idx="127">1.8100000000000001</cx:pt>
          <cx:pt idx="128">1.8799999999999999</cx:pt>
          <cx:pt idx="129">1.74</cx:pt>
          <cx:pt idx="130">1.8500000000000001</cx:pt>
          <cx:pt idx="131">1.5900000000000001</cx:pt>
          <cx:pt idx="132">1.51</cx:pt>
          <cx:pt idx="133">1.48</cx:pt>
          <cx:pt idx="134">1.6599999999999999</cx:pt>
          <cx:pt idx="135">1.9299999999999999</cx:pt>
          <cx:pt idx="136">1.8200000000000001</cx:pt>
          <cx:pt idx="137">1.6200000000000001</cx:pt>
          <cx:pt idx="138">1.75</cx:pt>
          <cx:pt idx="139">2.02</cx:pt>
          <cx:pt idx="140">1.6599999999999999</cx:pt>
          <cx:pt idx="141">1.8799999999999999</cx:pt>
          <cx:pt idx="142">2.0600000000000001</cx:pt>
          <cx:pt idx="143">1.6899999999999999</cx:pt>
          <cx:pt idx="144">1.77</cx:pt>
          <cx:pt idx="145">1.5600000000000001</cx:pt>
          <cx:pt idx="146">1.8100000000000001</cx:pt>
          <cx:pt idx="147">1.77</cx:pt>
          <cx:pt idx="148">1.6299999999999999</cx:pt>
          <cx:pt idx="149">1.5800000000000001</cx:pt>
          <cx:pt idx="150">1.8400000000000001</cx:pt>
          <cx:pt idx="151">1.5900000000000001</cx:pt>
          <cx:pt idx="152">1.6699999999999999</cx:pt>
          <cx:pt idx="153">1.4099999999999999</cx:pt>
          <cx:pt idx="154">1.6200000000000001</cx:pt>
          <cx:pt idx="155">1.6699999999999999</cx:pt>
          <cx:pt idx="156">1.55</cx:pt>
          <cx:pt idx="157">1.79</cx:pt>
          <cx:pt idx="158">1.74</cx:pt>
          <cx:pt idx="159">1.7</cx:pt>
          <cx:pt idx="160">1.5900000000000001</cx:pt>
          <cx:pt idx="161">1.5900000000000001</cx:pt>
          <cx:pt idx="162">1.8700000000000001</cx:pt>
          <cx:pt idx="163">1.48</cx:pt>
          <cx:pt idx="164">1.8600000000000001</cx:pt>
          <cx:pt idx="165">1.79</cx:pt>
          <cx:pt idx="166">1.6699999999999999</cx:pt>
          <cx:pt idx="167">1.6299999999999999</cx:pt>
          <cx:pt idx="168">1.52</cx:pt>
          <cx:pt idx="169">1.9099999999999999</cx:pt>
          <cx:pt idx="170">1.6299999999999999</cx:pt>
          <cx:pt idx="171">1.5600000000000001</cx:pt>
          <cx:pt idx="172">1.3200000000000001</cx:pt>
          <cx:pt idx="173">1.75</cx:pt>
          <cx:pt idx="174">1.77</cx:pt>
          <cx:pt idx="175">1.5</cx:pt>
          <cx:pt idx="176">1.78</cx:pt>
          <cx:pt idx="177">1.52</cx:pt>
          <cx:pt idx="178">1.72</cx:pt>
          <cx:pt idx="179">1.55</cx:pt>
          <cx:pt idx="180">2.0099999999999998</cx:pt>
          <cx:pt idx="181">1.6100000000000001</cx:pt>
          <cx:pt idx="182">1.6499999999999999</cx:pt>
          <cx:pt idx="183">1.72</cx:pt>
          <cx:pt idx="184">1.8200000000000001</cx:pt>
          <cx:pt idx="185">1.74</cx:pt>
          <cx:pt idx="186">1.45</cx:pt>
          <cx:pt idx="187">1.95</cx:pt>
          <cx:pt idx="188">1.4399999999999999</cx:pt>
          <cx:pt idx="189">1.53</cx:pt>
          <cx:pt idx="190">1.5800000000000001</cx:pt>
          <cx:pt idx="191">1.5900000000000001</cx:pt>
          <cx:pt idx="192">1.79</cx:pt>
          <cx:pt idx="193">1.8799999999999999</cx:pt>
          <cx:pt idx="194">1.8400000000000001</cx:pt>
          <cx:pt idx="195">1.73</cx:pt>
          <cx:pt idx="196">1.46</cx:pt>
          <cx:pt idx="197">1.6799999999999999</cx:pt>
          <cx:pt idx="198">2.1000000000000001</cx:pt>
          <cx:pt idx="199">2.0499999999999998</cx:pt>
          <cx:pt idx="200">1.6699999999999999</cx:pt>
          <cx:pt idx="201">1.8899999999999999</cx:pt>
          <cx:pt idx="202">1.6699999999999999</cx:pt>
          <cx:pt idx="203">1.74</cx:pt>
          <cx:pt idx="204">1.5900000000000001</cx:pt>
          <cx:pt idx="205">1.6599999999999999</cx:pt>
          <cx:pt idx="206">1.9199999999999999</cx:pt>
          <cx:pt idx="207">1.9299999999999999</cx:pt>
          <cx:pt idx="208">2.0099999999999998</cx:pt>
          <cx:pt idx="209">1.75</cx:pt>
          <cx:pt idx="210">1.6599999999999999</cx:pt>
          <cx:pt idx="211">1.78</cx:pt>
          <cx:pt idx="212">1.6599999999999999</cx:pt>
          <cx:pt idx="213">2.0899999999999999</cx:pt>
          <cx:pt idx="214">1.8100000000000001</cx:pt>
          <cx:pt idx="215">1.6899999999999999</cx:pt>
          <cx:pt idx="216">1.75</cx:pt>
          <cx:pt idx="217">1.8500000000000001</cx:pt>
          <cx:pt idx="218">1.6699999999999999</cx:pt>
          <cx:pt idx="219">1.6399999999999999</cx:pt>
          <cx:pt idx="220">1.6499999999999999</cx:pt>
          <cx:pt idx="221">1.6699999999999999</cx:pt>
          <cx:pt idx="222">1.6299999999999999</cx:pt>
          <cx:pt idx="223">1.6899999999999999</cx:pt>
          <cx:pt idx="224">1.3899999999999999</cx:pt>
          <cx:pt idx="225">1.8899999999999999</cx:pt>
          <cx:pt idx="226">1.8799999999999999</cx:pt>
          <cx:pt idx="227">1.8200000000000001</cx:pt>
          <cx:pt idx="228">1.78</cx:pt>
          <cx:pt idx="229">1.72</cx:pt>
          <cx:pt idx="230">1.51</cx:pt>
          <cx:pt idx="231">1.74</cx:pt>
          <cx:pt idx="232">1.75</cx:pt>
          <cx:pt idx="233">1.8600000000000001</cx:pt>
          <cx:pt idx="234">1.3600000000000001</cx:pt>
          <cx:pt idx="235">1.8100000000000001</cx:pt>
          <cx:pt idx="236">1.5600000000000001</cx:pt>
          <cx:pt idx="237">1.72</cx:pt>
          <cx:pt idx="238">1.55</cx:pt>
          <cx:pt idx="239">1.6499999999999999</cx:pt>
          <cx:pt idx="240">1.73</cx:pt>
          <cx:pt idx="241">1.71</cx:pt>
          <cx:pt idx="242">1.6899999999999999</cx:pt>
          <cx:pt idx="243">1.5600000000000001</cx:pt>
          <cx:pt idx="244">1.6200000000000001</cx:pt>
          <cx:pt idx="245">1.54</cx:pt>
          <cx:pt idx="246">1.6100000000000001</cx:pt>
          <cx:pt idx="247">1.8500000000000001</cx:pt>
          <cx:pt idx="248">1.8200000000000001</cx:pt>
          <cx:pt idx="249">1.6299999999999999</cx:pt>
          <cx:pt idx="250">1.75</cx:pt>
          <cx:pt idx="251">1.6100000000000001</cx:pt>
          <cx:pt idx="252">1.47</cx:pt>
          <cx:pt idx="253">1.99</cx:pt>
          <cx:pt idx="254">1.74</cx:pt>
          <cx:pt idx="255">1.52</cx:pt>
          <cx:pt idx="256">1.51</cx:pt>
          <cx:pt idx="257">1.8700000000000001</cx:pt>
          <cx:pt idx="258">1.6100000000000001</cx:pt>
          <cx:pt idx="259">1.76</cx:pt>
          <cx:pt idx="260">1.8</cx:pt>
          <cx:pt idx="261">1.8</cx:pt>
          <cx:pt idx="262">1.79</cx:pt>
          <cx:pt idx="263">1.6100000000000001</cx:pt>
          <cx:pt idx="264">1.6399999999999999</cx:pt>
          <cx:pt idx="265">1.6100000000000001</cx:pt>
          <cx:pt idx="266">1.6699999999999999</cx:pt>
          <cx:pt idx="267">1.5900000000000001</cx:pt>
          <cx:pt idx="268">1.49</cx:pt>
          <cx:pt idx="269">1.8799999999999999</cx:pt>
          <cx:pt idx="270">1.77</cx:pt>
          <cx:pt idx="271">1.72</cx:pt>
          <cx:pt idx="272">1.5700000000000001</cx:pt>
          <cx:pt idx="273">1.55</cx:pt>
          <cx:pt idx="274">1.51</cx:pt>
          <cx:pt idx="275">1.6399999999999999</cx:pt>
          <cx:pt idx="276">1.8</cx:pt>
          <cx:pt idx="277">1.8500000000000001</cx:pt>
          <cx:pt idx="278">1.8500000000000001</cx:pt>
          <cx:pt idx="279">1.51</cx:pt>
          <cx:pt idx="280">1.5600000000000001</cx:pt>
          <cx:pt idx="281">1.75</cx:pt>
          <cx:pt idx="282">1.6599999999999999</cx:pt>
          <cx:pt idx="283">1.8899999999999999</cx:pt>
          <cx:pt idx="284">1.6000000000000001</cx:pt>
          <cx:pt idx="285">1.8799999999999999</cx:pt>
          <cx:pt idx="286">1.8200000000000001</cx:pt>
          <cx:pt idx="287">1.6000000000000001</cx:pt>
          <cx:pt idx="288">1.73</cx:pt>
          <cx:pt idx="289">1.6100000000000001</cx:pt>
          <cx:pt idx="290">1.6200000000000001</cx:pt>
          <cx:pt idx="291">1.6799999999999999</cx:pt>
          <cx:pt idx="292">1.5600000000000001</cx:pt>
          <cx:pt idx="293">1.71</cx:pt>
          <cx:pt idx="294">1.9199999999999999</cx:pt>
          <cx:pt idx="295">1.53</cx:pt>
          <cx:pt idx="296">1.5900000000000001</cx:pt>
          <cx:pt idx="297">1.6799999999999999</cx:pt>
          <cx:pt idx="298">1.79</cx:pt>
          <cx:pt idx="299">1.5</cx:pt>
          <cx:pt idx="300">1.74</cx:pt>
          <cx:pt idx="301">1.8799999999999999</cx:pt>
          <cx:pt idx="302">1.5800000000000001</cx:pt>
          <cx:pt idx="303">2.0699999999999998</cx:pt>
          <cx:pt idx="304">1.6299999999999999</cx:pt>
          <cx:pt idx="305">1.7</cx:pt>
          <cx:pt idx="306">1.6200000000000001</cx:pt>
          <cx:pt idx="307">1.8200000000000001</cx:pt>
          <cx:pt idx="308">1.74</cx:pt>
          <cx:pt idx="309">1.46</cx:pt>
          <cx:pt idx="310">1.8600000000000001</cx:pt>
          <cx:pt idx="311">1.6599999999999999</cx:pt>
          <cx:pt idx="312">1.8700000000000001</cx:pt>
          <cx:pt idx="313">1.95</cx:pt>
          <cx:pt idx="314">1.6399999999999999</cx:pt>
          <cx:pt idx="315">1.7</cx:pt>
          <cx:pt idx="316">1.24</cx:pt>
          <cx:pt idx="317">1.8200000000000001</cx:pt>
          <cx:pt idx="318">1.72</cx:pt>
          <cx:pt idx="319">1.55</cx:pt>
          <cx:pt idx="320">1.3999999999999999</cx:pt>
          <cx:pt idx="321">1.6899999999999999</cx:pt>
          <cx:pt idx="322">1.8700000000000001</cx:pt>
          <cx:pt idx="323">1.7</cx:pt>
          <cx:pt idx="324">1.75</cx:pt>
          <cx:pt idx="325">1.47</cx:pt>
          <cx:pt idx="326">1.6200000000000001</cx:pt>
          <cx:pt idx="327">1.79</cx:pt>
          <cx:pt idx="328">1.6799999999999999</cx:pt>
          <cx:pt idx="329">1.9099999999999999</cx:pt>
          <cx:pt idx="330">1.73</cx:pt>
          <cx:pt idx="331">1.76</cx:pt>
          <cx:pt idx="332">1.72</cx:pt>
          <cx:pt idx="333">1.71</cx:pt>
          <cx:pt idx="334">1.73</cx:pt>
          <cx:pt idx="335">1.4299999999999999</cx:pt>
          <cx:pt idx="336">1.6899999999999999</cx:pt>
          <cx:pt idx="337">1.6299999999999999</cx:pt>
          <cx:pt idx="338">1.6599999999999999</cx:pt>
          <cx:pt idx="339">1.4099999999999999</cx:pt>
          <cx:pt idx="340">1.77</cx:pt>
          <cx:pt idx="341">1.8600000000000001</cx:pt>
          <cx:pt idx="342">1.6299999999999999</cx:pt>
          <cx:pt idx="343">1.8500000000000001</cx:pt>
          <cx:pt idx="344">1.8400000000000001</cx:pt>
          <cx:pt idx="345">1.76</cx:pt>
          <cx:pt idx="346">1.71</cx:pt>
          <cx:pt idx="347">1.5700000000000001</cx:pt>
          <cx:pt idx="348">1.8100000000000001</cx:pt>
          <cx:pt idx="349">1.8500000000000001</cx:pt>
          <cx:pt idx="350">1.8899999999999999</cx:pt>
          <cx:pt idx="351">1.6899999999999999</cx:pt>
          <cx:pt idx="352">1.75</cx:pt>
          <cx:pt idx="353">1.9099999999999999</cx:pt>
          <cx:pt idx="354">1.5800000000000001</cx:pt>
          <cx:pt idx="355">1.6799999999999999</cx:pt>
          <cx:pt idx="356">1.3799999999999999</cx:pt>
          <cx:pt idx="357">1.5800000000000001</cx:pt>
          <cx:pt idx="358">1.8200000000000001</cx:pt>
          <cx:pt idx="359">1.6899999999999999</cx:pt>
          <cx:pt idx="360">1.72</cx:pt>
          <cx:pt idx="361">1.5800000000000001</cx:pt>
          <cx:pt idx="362">1.71</cx:pt>
          <cx:pt idx="363">1.6000000000000001</cx:pt>
          <cx:pt idx="364">1.95</cx:pt>
          <cx:pt idx="365">1.71</cx:pt>
          <cx:pt idx="366">1.8200000000000001</cx:pt>
          <cx:pt idx="367">1.71</cx:pt>
          <cx:pt idx="368">1.8899999999999999</cx:pt>
          <cx:pt idx="369">1.8300000000000001</cx:pt>
          <cx:pt idx="370">1.95</cx:pt>
          <cx:pt idx="371">1.3200000000000001</cx:pt>
          <cx:pt idx="372">1.6899999999999999</cx:pt>
          <cx:pt idx="373">1.7</cx:pt>
          <cx:pt idx="374">1.71</cx:pt>
          <cx:pt idx="375">1.8</cx:pt>
          <cx:pt idx="376">1.6200000000000001</cx:pt>
          <cx:pt idx="377">1.8799999999999999</cx:pt>
          <cx:pt idx="378">1.71</cx:pt>
          <cx:pt idx="379">1.8300000000000001</cx:pt>
          <cx:pt idx="380">1.3700000000000001</cx:pt>
          <cx:pt idx="381">1.4099999999999999</cx:pt>
          <cx:pt idx="382">1.6799999999999999</cx:pt>
          <cx:pt idx="383">1.4299999999999999</cx:pt>
          <cx:pt idx="384">1.6299999999999999</cx:pt>
          <cx:pt idx="385">1.8</cx:pt>
          <cx:pt idx="386">2.02</cx:pt>
          <cx:pt idx="387">1.79</cx:pt>
          <cx:pt idx="388">1.6399999999999999</cx:pt>
          <cx:pt idx="389">1.6899999999999999</cx:pt>
          <cx:pt idx="390">1.77</cx:pt>
          <cx:pt idx="391">1.6699999999999999</cx:pt>
          <cx:pt idx="392">1.7</cx:pt>
          <cx:pt idx="393">1.8400000000000001</cx:pt>
          <cx:pt idx="394">1.51</cx:pt>
          <cx:pt idx="395">1.8400000000000001</cx:pt>
          <cx:pt idx="396">1.6299999999999999</cx:pt>
          <cx:pt idx="397">1.6699999999999999</cx:pt>
          <cx:pt idx="398">1.8600000000000001</cx:pt>
          <cx:pt idx="399">1.74</cx:pt>
          <cx:pt idx="400">1.6699999999999999</cx:pt>
          <cx:pt idx="401">1.8999999999999999</cx:pt>
          <cx:pt idx="402">1.6000000000000001</cx:pt>
          <cx:pt idx="403">1.75</cx:pt>
          <cx:pt idx="404">1.55</cx:pt>
          <cx:pt idx="405">1.8600000000000001</cx:pt>
          <cx:pt idx="406">1.6200000000000001</cx:pt>
          <cx:pt idx="407">1.6899999999999999</cx:pt>
          <cx:pt idx="408">1.6899999999999999</cx:pt>
          <cx:pt idx="409">1.45</cx:pt>
          <cx:pt idx="410">1.79</cx:pt>
          <cx:pt idx="411">1.77</cx:pt>
          <cx:pt idx="412">1.52</cx:pt>
          <cx:pt idx="413">1.5800000000000001</cx:pt>
          <cx:pt idx="414">1.8700000000000001</cx:pt>
          <cx:pt idx="415">1.73</cx:pt>
          <cx:pt idx="416">1.51</cx:pt>
          <cx:pt idx="417">1.6299999999999999</cx:pt>
          <cx:pt idx="418">1.73</cx:pt>
          <cx:pt idx="419">1.5700000000000001</cx:pt>
          <cx:pt idx="420">1.49</cx:pt>
          <cx:pt idx="421">1.8400000000000001</cx:pt>
          <cx:pt idx="422">1.8100000000000001</cx:pt>
          <cx:pt idx="423">1.53</cx:pt>
          <cx:pt idx="424">1.9399999999999999</cx:pt>
          <cx:pt idx="425">1.6599999999999999</cx:pt>
          <cx:pt idx="426">1.74</cx:pt>
          <cx:pt idx="427">1.6100000000000001</cx:pt>
          <cx:pt idx="428">1.6200000000000001</cx:pt>
          <cx:pt idx="429">1.6799999999999999</cx:pt>
          <cx:pt idx="430">1.8700000000000001</cx:pt>
          <cx:pt idx="431">1.6499999999999999</cx:pt>
          <cx:pt idx="432">1.74</cx:pt>
          <cx:pt idx="433">1.53</cx:pt>
          <cx:pt idx="434">1.8899999999999999</cx:pt>
          <cx:pt idx="435">1.3899999999999999</cx:pt>
          <cx:pt idx="436">1.6899999999999999</cx:pt>
          <cx:pt idx="437">1.5600000000000001</cx:pt>
          <cx:pt idx="438">1.8400000000000001</cx:pt>
          <cx:pt idx="439">1.5700000000000001</cx:pt>
          <cx:pt idx="440">1.76</cx:pt>
          <cx:pt idx="441">1.6100000000000001</cx:pt>
          <cx:pt idx="442">1.48</cx:pt>
          <cx:pt idx="443">1.9199999999999999</cx:pt>
          <cx:pt idx="444">1.8</cx:pt>
          <cx:pt idx="445">1.78</cx:pt>
          <cx:pt idx="446">1.51</cx:pt>
          <cx:pt idx="447">1.8899999999999999</cx:pt>
          <cx:pt idx="448">1.6699999999999999</cx:pt>
          <cx:pt idx="449">1.6499999999999999</cx:pt>
          <cx:pt idx="450">1.8999999999999999</cx:pt>
          <cx:pt idx="451">1.5800000000000001</cx:pt>
          <cx:pt idx="452">1.6699999999999999</cx:pt>
          <cx:pt idx="453">1.49</cx:pt>
          <cx:pt idx="454">1.6399999999999999</cx:pt>
          <cx:pt idx="455">1.5800000000000001</cx:pt>
          <cx:pt idx="456">1.6399999999999999</cx:pt>
          <cx:pt idx="457">1.8700000000000001</cx:pt>
          <cx:pt idx="458">1.8200000000000001</cx:pt>
          <cx:pt idx="459">1.74</cx:pt>
          <cx:pt idx="460">1.48</cx:pt>
          <cx:pt idx="461">1.4299999999999999</cx:pt>
          <cx:pt idx="462">1.6399999999999999</cx:pt>
          <cx:pt idx="463">1.8700000000000001</cx:pt>
          <cx:pt idx="464">2.02</cx:pt>
          <cx:pt idx="465">1.4399999999999999</cx:pt>
          <cx:pt idx="466">1.8200000000000001</cx:pt>
          <cx:pt idx="467">1.6100000000000001</cx:pt>
          <cx:pt idx="468">1.5600000000000001</cx:pt>
          <cx:pt idx="469">1.6799999999999999</cx:pt>
          <cx:pt idx="470">1.78</cx:pt>
          <cx:pt idx="471">1.77</cx:pt>
          <cx:pt idx="472">1.52</cx:pt>
          <cx:pt idx="473">1.74</cx:pt>
          <cx:pt idx="474">1.75</cx:pt>
          <cx:pt idx="475">1.8600000000000001</cx:pt>
          <cx:pt idx="476">1.79</cx:pt>
          <cx:pt idx="477">1.46</cx:pt>
          <cx:pt idx="478">1.6299999999999999</cx:pt>
          <cx:pt idx="479">1.52</cx:pt>
          <cx:pt idx="480">1.6299999999999999</cx:pt>
          <cx:pt idx="481">1.72</cx:pt>
          <cx:pt idx="482">1.74</cx:pt>
          <cx:pt idx="483">1.6599999999999999</cx:pt>
          <cx:pt idx="484">1.72</cx:pt>
          <cx:pt idx="485">1.5600000000000001</cx:pt>
          <cx:pt idx="486">1.74</cx:pt>
          <cx:pt idx="487">1.74</cx:pt>
          <cx:pt idx="488">1.5800000000000001</cx:pt>
          <cx:pt idx="489">1.6899999999999999</cx:pt>
          <cx:pt idx="490">1.6799999999999999</cx:pt>
          <cx:pt idx="491">1.8300000000000001</cx:pt>
          <cx:pt idx="492">1.8899999999999999</cx:pt>
          <cx:pt idx="493">1.6799999999999999</cx:pt>
          <cx:pt idx="494">1.98</cx:pt>
          <cx:pt idx="495">1.53</cx:pt>
          <cx:pt idx="496">1.95</cx:pt>
          <cx:pt idx="497">1.46</cx:pt>
          <cx:pt idx="498">1.6799999999999999</cx:pt>
        </cx:lvl>
      </cx:numDim>
    </cx:data>
  </cx:chartData>
  <cx:chart>
    <cx:title pos="t" align="ctr" overlay="0">
      <cx:tx>
        <cx:txData>
          <cx:v>Altura de la población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 sz="800"/>
          </a:pPr>
          <a:r>
            <a:rPr lang="en-US" sz="800" b="0" i="0" u="none" strike="noStrike" baseline="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/>
            </a:rPr>
            <a:t>Altura de la población</a:t>
          </a:r>
        </a:p>
      </cx:txPr>
    </cx:title>
    <cx:plotArea>
      <cx:plotAreaRegion>
        <cx:series layoutId="clusteredColumn" uniqueId="{C8223F10-4E9E-854E-A47F-BE6D3E8D3BCF}">
          <cx:tx>
            <cx:txData>
              <cx:f>Sheet1!$A$1</cx:f>
              <cx:v>Series1</cx:v>
            </cx:txData>
          </cx:tx>
          <cx:spPr>
            <a:solidFill>
              <a:schemeClr val="bg2">
                <a:lumMod val="25000"/>
              </a:schemeClr>
            </a:solidFill>
          </cx:spPr>
          <cx:dataId val="0"/>
          <cx:layoutPr>
            <cx:binning intervalClosed="r">
              <cx:binSize val="0.068000000000000019"/>
            </cx:binning>
          </cx:layoutPr>
        </cx:series>
      </cx:plotAreaRegion>
      <cx:axis id="0" hidden="1">
        <cx:catScaling gapWidth="0"/>
        <cx:tickLabels/>
        <cx:numFmt formatCode="#,##0.0" sourceLinked="0"/>
        <cx:txPr>
          <a:bodyPr vertOverflow="overflow" horzOverflow="overflow" wrap="square" lIns="0" tIns="0" rIns="0" bIns="0"/>
          <a:lstStyle/>
          <a:p>
            <a:pPr algn="ctr" rtl="0">
              <a:defRPr sz="500" b="0" i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MX" sz="500"/>
          </a:p>
        </cx:txPr>
      </cx:axis>
      <cx:axis id="1" hidden="1">
        <cx:valScaling/>
        <cx:majorGridlines/>
        <cx:tickLabels/>
        <cx:txPr>
          <a:bodyPr vertOverflow="overflow" horzOverflow="overflow" wrap="square" lIns="0" tIns="0" rIns="0" bIns="0"/>
          <a:lstStyle/>
          <a:p>
            <a:pPr algn="ctr" rtl="0">
              <a:defRPr sz="800" b="0" i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MX" sz="800"/>
          </a:p>
        </cx:txPr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Sheet1!$A$2:$A$500</cx:f>
        <cx:lvl ptCount="499" formatCode="0.00">
          <cx:pt idx="0">1.6599999999999999</cx:pt>
          <cx:pt idx="1">1.6299999999999999</cx:pt>
          <cx:pt idx="2">1.6599999999999999</cx:pt>
          <cx:pt idx="3">1.74</cx:pt>
          <cx:pt idx="4">1.8700000000000001</cx:pt>
          <cx:pt idx="5">1.6200000000000001</cx:pt>
          <cx:pt idx="6">1.46</cx:pt>
          <cx:pt idx="7">1.8100000000000001</cx:pt>
          <cx:pt idx="8">1.6499999999999999</cx:pt>
          <cx:pt idx="9">1.6599999999999999</cx:pt>
          <cx:pt idx="10">1.8200000000000001</cx:pt>
          <cx:pt idx="11">1.6299999999999999</cx:pt>
          <cx:pt idx="12">1.53</cx:pt>
          <cx:pt idx="13">1.8300000000000001</cx:pt>
          <cx:pt idx="14">1.6599999999999999</cx:pt>
          <cx:pt idx="15">1.77</cx:pt>
          <cx:pt idx="16">1.8500000000000001</cx:pt>
          <cx:pt idx="17">1.6499999999999999</cx:pt>
          <cx:pt idx="18">1.5800000000000001</cx:pt>
          <cx:pt idx="19">1.73</cx:pt>
          <cx:pt idx="20">1.71</cx:pt>
          <cx:pt idx="21">1.8899999999999999</cx:pt>
          <cx:pt idx="22">1.74</cx:pt>
          <cx:pt idx="23">1.55</cx:pt>
          <cx:pt idx="24">1.74</cx:pt>
          <cx:pt idx="25">1.76</cx:pt>
          <cx:pt idx="26">1.6299999999999999</cx:pt>
          <cx:pt idx="27">1.8500000000000001</cx:pt>
          <cx:pt idx="28">1.3600000000000001</cx:pt>
          <cx:pt idx="29">1.6399999999999999</cx:pt>
          <cx:pt idx="30">1.54</cx:pt>
          <cx:pt idx="31">2.1899999999999999</cx:pt>
          <cx:pt idx="32">1.5900000000000001</cx:pt>
          <cx:pt idx="33">1.97</cx:pt>
          <cx:pt idx="34">1.7</cx:pt>
          <cx:pt idx="35">1.8700000000000001</cx:pt>
          <cx:pt idx="36">1.9399999999999999</cx:pt>
          <cx:pt idx="37">1.53</cx:pt>
          <cx:pt idx="38">1.5700000000000001</cx:pt>
          <cx:pt idx="39">1.6499999999999999</cx:pt>
          <cx:pt idx="40">1.79</cx:pt>
          <cx:pt idx="41">2.02</cx:pt>
          <cx:pt idx="42">1.6499999999999999</cx:pt>
          <cx:pt idx="43">1.77</cx:pt>
          <cx:pt idx="44">1.5700000000000001</cx:pt>
          <cx:pt idx="45">1.9199999999999999</cx:pt>
          <cx:pt idx="46">1.6899999999999999</cx:pt>
          <cx:pt idx="47">1.72</cx:pt>
          <cx:pt idx="48">1.72</cx:pt>
          <cx:pt idx="49">1.79</cx:pt>
          <cx:pt idx="50">1.6299999999999999</cx:pt>
          <cx:pt idx="51">1.52</cx:pt>
          <cx:pt idx="52">1.78</cx:pt>
          <cx:pt idx="53">1.97</cx:pt>
          <cx:pt idx="54">1.6299999999999999</cx:pt>
          <cx:pt idx="55">1.9099999999999999</cx:pt>
          <cx:pt idx="56">1.78</cx:pt>
          <cx:pt idx="57">1.6399999999999999</cx:pt>
          <cx:pt idx="58">1.46</cx:pt>
          <cx:pt idx="59">1.75</cx:pt>
          <cx:pt idx="60">1.5700000000000001</cx:pt>
          <cx:pt idx="61">1.95</cx:pt>
          <cx:pt idx="62">1.6000000000000001</cx:pt>
          <cx:pt idx="63">1.5700000000000001</cx:pt>
          <cx:pt idx="64">1.6200000000000001</cx:pt>
          <cx:pt idx="65">1.8300000000000001</cx:pt>
          <cx:pt idx="66">1.47</cx:pt>
          <cx:pt idx="67">1.8600000000000001</cx:pt>
          <cx:pt idx="68">1.4399999999999999</cx:pt>
          <cx:pt idx="69">1.8700000000000001</cx:pt>
          <cx:pt idx="70">1.5</cx:pt>
          <cx:pt idx="71">1.9399999999999999</cx:pt>
          <cx:pt idx="72">1.8999999999999999</cx:pt>
          <cx:pt idx="73">1.78</cx:pt>
          <cx:pt idx="74">1.8500000000000001</cx:pt>
          <cx:pt idx="75">2.04</cx:pt>
          <cx:pt idx="76">1.77</cx:pt>
          <cx:pt idx="77">1.5900000000000001</cx:pt>
          <cx:pt idx="78">1.53</cx:pt>
          <cx:pt idx="79">2.1000000000000001</cx:pt>
          <cx:pt idx="80">1.79</cx:pt>
          <cx:pt idx="81">1.71</cx:pt>
          <cx:pt idx="82">1.6499999999999999</cx:pt>
          <cx:pt idx="83">1.76</cx:pt>
          <cx:pt idx="84">2.0299999999999998</cx:pt>
          <cx:pt idx="85">1.8500000000000001</cx:pt>
          <cx:pt idx="86">1.6299999999999999</cx:pt>
          <cx:pt idx="87">1.9399999999999999</cx:pt>
          <cx:pt idx="88">1.9399999999999999</cx:pt>
          <cx:pt idx="89">1.74</cx:pt>
          <cx:pt idx="90">1.6499999999999999</cx:pt>
          <cx:pt idx="91">1.3</cx:pt>
          <cx:pt idx="92">1.51</cx:pt>
          <cx:pt idx="93">1.3999999999999999</cx:pt>
          <cx:pt idx="94">1.6299999999999999</cx:pt>
          <cx:pt idx="95">1.8</cx:pt>
          <cx:pt idx="96">1.6699999999999999</cx:pt>
          <cx:pt idx="97">1.3400000000000001</cx:pt>
          <cx:pt idx="98">1.49</cx:pt>
          <cx:pt idx="99">1.75</cx:pt>
          <cx:pt idx="100">1.6200000000000001</cx:pt>
          <cx:pt idx="101">1.8400000000000001</cx:pt>
          <cx:pt idx="102">1.6100000000000001</cx:pt>
          <cx:pt idx="103">1.5700000000000001</cx:pt>
          <cx:pt idx="104">1.78</cx:pt>
          <cx:pt idx="105">1.97</cx:pt>
          <cx:pt idx="106">1.7</cx:pt>
          <cx:pt idx="107">1.4199999999999999</cx:pt>
          <cx:pt idx="108">1.6899999999999999</cx:pt>
          <cx:pt idx="109">1.98</cx:pt>
          <cx:pt idx="110">1.6399999999999999</cx:pt>
          <cx:pt idx="111">1.6799999999999999</cx:pt>
          <cx:pt idx="112">1.76</cx:pt>
          <cx:pt idx="113">1.73</cx:pt>
          <cx:pt idx="114">1.47</cx:pt>
          <cx:pt idx="115">1.9299999999999999</cx:pt>
          <cx:pt idx="116">1.8899999999999999</cx:pt>
          <cx:pt idx="117">1.99</cx:pt>
          <cx:pt idx="118">1.8500000000000001</cx:pt>
          <cx:pt idx="119">1.54</cx:pt>
          <cx:pt idx="120">1.6499999999999999</cx:pt>
          <cx:pt idx="121">1.5700000000000001</cx:pt>
          <cx:pt idx="122">1.53</cx:pt>
          <cx:pt idx="123">1.9099999999999999</cx:pt>
          <cx:pt idx="124">1.6299999999999999</cx:pt>
          <cx:pt idx="125">1.97</cx:pt>
          <cx:pt idx="126">1.6200000000000001</cx:pt>
          <cx:pt idx="127">1.8100000000000001</cx:pt>
          <cx:pt idx="128">1.8799999999999999</cx:pt>
          <cx:pt idx="129">1.74</cx:pt>
          <cx:pt idx="130">1.8500000000000001</cx:pt>
          <cx:pt idx="131">1.5900000000000001</cx:pt>
          <cx:pt idx="132">1.51</cx:pt>
          <cx:pt idx="133">1.48</cx:pt>
          <cx:pt idx="134">1.6599999999999999</cx:pt>
          <cx:pt idx="135">1.9299999999999999</cx:pt>
          <cx:pt idx="136">1.8200000000000001</cx:pt>
          <cx:pt idx="137">1.6200000000000001</cx:pt>
          <cx:pt idx="138">1.75</cx:pt>
          <cx:pt idx="139">2.02</cx:pt>
          <cx:pt idx="140">1.6599999999999999</cx:pt>
          <cx:pt idx="141">1.8799999999999999</cx:pt>
          <cx:pt idx="142">2.0600000000000001</cx:pt>
          <cx:pt idx="143">1.6899999999999999</cx:pt>
          <cx:pt idx="144">1.77</cx:pt>
          <cx:pt idx="145">1.5600000000000001</cx:pt>
          <cx:pt idx="146">1.8100000000000001</cx:pt>
          <cx:pt idx="147">1.77</cx:pt>
          <cx:pt idx="148">1.6299999999999999</cx:pt>
          <cx:pt idx="149">1.5800000000000001</cx:pt>
          <cx:pt idx="150">1.8400000000000001</cx:pt>
          <cx:pt idx="151">1.5900000000000001</cx:pt>
          <cx:pt idx="152">1.6699999999999999</cx:pt>
          <cx:pt idx="153">1.4099999999999999</cx:pt>
          <cx:pt idx="154">1.6200000000000001</cx:pt>
          <cx:pt idx="155">1.6699999999999999</cx:pt>
          <cx:pt idx="156">1.55</cx:pt>
          <cx:pt idx="157">1.79</cx:pt>
          <cx:pt idx="158">1.74</cx:pt>
          <cx:pt idx="159">1.7</cx:pt>
          <cx:pt idx="160">1.5900000000000001</cx:pt>
          <cx:pt idx="161">1.5900000000000001</cx:pt>
          <cx:pt idx="162">1.8700000000000001</cx:pt>
          <cx:pt idx="163">1.48</cx:pt>
          <cx:pt idx="164">1.8600000000000001</cx:pt>
          <cx:pt idx="165">1.79</cx:pt>
          <cx:pt idx="166">1.6699999999999999</cx:pt>
          <cx:pt idx="167">1.6299999999999999</cx:pt>
          <cx:pt idx="168">1.52</cx:pt>
          <cx:pt idx="169">1.9099999999999999</cx:pt>
          <cx:pt idx="170">1.6299999999999999</cx:pt>
          <cx:pt idx="171">1.5600000000000001</cx:pt>
          <cx:pt idx="172">1.3200000000000001</cx:pt>
          <cx:pt idx="173">1.75</cx:pt>
          <cx:pt idx="174">1.77</cx:pt>
          <cx:pt idx="175">1.5</cx:pt>
          <cx:pt idx="176">1.78</cx:pt>
          <cx:pt idx="177">1.52</cx:pt>
          <cx:pt idx="178">1.72</cx:pt>
          <cx:pt idx="179">1.55</cx:pt>
          <cx:pt idx="180">2.0099999999999998</cx:pt>
          <cx:pt idx="181">1.6100000000000001</cx:pt>
          <cx:pt idx="182">1.6499999999999999</cx:pt>
          <cx:pt idx="183">1.72</cx:pt>
          <cx:pt idx="184">1.8200000000000001</cx:pt>
          <cx:pt idx="185">1.74</cx:pt>
          <cx:pt idx="186">1.45</cx:pt>
          <cx:pt idx="187">1.95</cx:pt>
          <cx:pt idx="188">1.4399999999999999</cx:pt>
          <cx:pt idx="189">1.53</cx:pt>
          <cx:pt idx="190">1.5800000000000001</cx:pt>
          <cx:pt idx="191">1.5900000000000001</cx:pt>
          <cx:pt idx="192">1.79</cx:pt>
          <cx:pt idx="193">1.8799999999999999</cx:pt>
          <cx:pt idx="194">1.8400000000000001</cx:pt>
          <cx:pt idx="195">1.73</cx:pt>
          <cx:pt idx="196">1.46</cx:pt>
          <cx:pt idx="197">1.6799999999999999</cx:pt>
          <cx:pt idx="198">2.1000000000000001</cx:pt>
          <cx:pt idx="199">2.0499999999999998</cx:pt>
          <cx:pt idx="200">1.6699999999999999</cx:pt>
          <cx:pt idx="201">1.8899999999999999</cx:pt>
          <cx:pt idx="202">1.6699999999999999</cx:pt>
          <cx:pt idx="203">1.74</cx:pt>
          <cx:pt idx="204">1.5900000000000001</cx:pt>
          <cx:pt idx="205">1.6599999999999999</cx:pt>
          <cx:pt idx="206">1.9199999999999999</cx:pt>
          <cx:pt idx="207">1.9299999999999999</cx:pt>
          <cx:pt idx="208">2.0099999999999998</cx:pt>
          <cx:pt idx="209">1.75</cx:pt>
          <cx:pt idx="210">1.6599999999999999</cx:pt>
          <cx:pt idx="211">1.78</cx:pt>
          <cx:pt idx="212">1.6599999999999999</cx:pt>
          <cx:pt idx="213">2.0899999999999999</cx:pt>
          <cx:pt idx="214">1.8100000000000001</cx:pt>
          <cx:pt idx="215">1.6899999999999999</cx:pt>
          <cx:pt idx="216">1.75</cx:pt>
          <cx:pt idx="217">1.8500000000000001</cx:pt>
          <cx:pt idx="218">1.6699999999999999</cx:pt>
          <cx:pt idx="219">1.6399999999999999</cx:pt>
          <cx:pt idx="220">1.6499999999999999</cx:pt>
          <cx:pt idx="221">1.6699999999999999</cx:pt>
          <cx:pt idx="222">1.6299999999999999</cx:pt>
          <cx:pt idx="223">1.6899999999999999</cx:pt>
          <cx:pt idx="224">1.3899999999999999</cx:pt>
          <cx:pt idx="225">1.8899999999999999</cx:pt>
          <cx:pt idx="226">1.8799999999999999</cx:pt>
          <cx:pt idx="227">1.8200000000000001</cx:pt>
          <cx:pt idx="228">1.78</cx:pt>
          <cx:pt idx="229">1.72</cx:pt>
          <cx:pt idx="230">1.51</cx:pt>
          <cx:pt idx="231">1.74</cx:pt>
          <cx:pt idx="232">1.75</cx:pt>
          <cx:pt idx="233">1.8600000000000001</cx:pt>
          <cx:pt idx="234">1.3600000000000001</cx:pt>
          <cx:pt idx="235">1.8100000000000001</cx:pt>
          <cx:pt idx="236">1.5600000000000001</cx:pt>
          <cx:pt idx="237">1.72</cx:pt>
          <cx:pt idx="238">1.55</cx:pt>
          <cx:pt idx="239">1.6499999999999999</cx:pt>
          <cx:pt idx="240">1.73</cx:pt>
          <cx:pt idx="241">1.71</cx:pt>
          <cx:pt idx="242">1.6899999999999999</cx:pt>
          <cx:pt idx="243">1.5600000000000001</cx:pt>
          <cx:pt idx="244">1.6200000000000001</cx:pt>
          <cx:pt idx="245">1.54</cx:pt>
          <cx:pt idx="246">1.6100000000000001</cx:pt>
          <cx:pt idx="247">1.8500000000000001</cx:pt>
          <cx:pt idx="248">1.8200000000000001</cx:pt>
          <cx:pt idx="249">1.6299999999999999</cx:pt>
          <cx:pt idx="250">1.75</cx:pt>
          <cx:pt idx="251">1.6100000000000001</cx:pt>
          <cx:pt idx="252">1.47</cx:pt>
          <cx:pt idx="253">1.99</cx:pt>
          <cx:pt idx="254">1.74</cx:pt>
          <cx:pt idx="255">1.52</cx:pt>
          <cx:pt idx="256">1.51</cx:pt>
          <cx:pt idx="257">1.8700000000000001</cx:pt>
          <cx:pt idx="258">1.6100000000000001</cx:pt>
          <cx:pt idx="259">1.76</cx:pt>
          <cx:pt idx="260">1.8</cx:pt>
          <cx:pt idx="261">1.8</cx:pt>
          <cx:pt idx="262">1.79</cx:pt>
          <cx:pt idx="263">1.6100000000000001</cx:pt>
          <cx:pt idx="264">1.6399999999999999</cx:pt>
          <cx:pt idx="265">1.6100000000000001</cx:pt>
          <cx:pt idx="266">1.6699999999999999</cx:pt>
          <cx:pt idx="267">1.5900000000000001</cx:pt>
          <cx:pt idx="268">1.49</cx:pt>
          <cx:pt idx="269">1.8799999999999999</cx:pt>
          <cx:pt idx="270">1.77</cx:pt>
          <cx:pt idx="271">1.72</cx:pt>
          <cx:pt idx="272">1.5700000000000001</cx:pt>
          <cx:pt idx="273">1.55</cx:pt>
          <cx:pt idx="274">1.51</cx:pt>
          <cx:pt idx="275">1.6399999999999999</cx:pt>
          <cx:pt idx="276">1.8</cx:pt>
          <cx:pt idx="277">1.8500000000000001</cx:pt>
          <cx:pt idx="278">1.8500000000000001</cx:pt>
          <cx:pt idx="279">1.51</cx:pt>
          <cx:pt idx="280">1.5600000000000001</cx:pt>
          <cx:pt idx="281">1.75</cx:pt>
          <cx:pt idx="282">1.6599999999999999</cx:pt>
          <cx:pt idx="283">1.8899999999999999</cx:pt>
          <cx:pt idx="284">1.6000000000000001</cx:pt>
          <cx:pt idx="285">1.8799999999999999</cx:pt>
          <cx:pt idx="286">1.8200000000000001</cx:pt>
          <cx:pt idx="287">1.6000000000000001</cx:pt>
          <cx:pt idx="288">1.73</cx:pt>
          <cx:pt idx="289">1.6100000000000001</cx:pt>
          <cx:pt idx="290">1.6200000000000001</cx:pt>
          <cx:pt idx="291">1.6799999999999999</cx:pt>
          <cx:pt idx="292">1.5600000000000001</cx:pt>
          <cx:pt idx="293">1.71</cx:pt>
          <cx:pt idx="294">1.9199999999999999</cx:pt>
          <cx:pt idx="295">1.53</cx:pt>
          <cx:pt idx="296">1.5900000000000001</cx:pt>
          <cx:pt idx="297">1.6799999999999999</cx:pt>
          <cx:pt idx="298">1.79</cx:pt>
          <cx:pt idx="299">1.5</cx:pt>
          <cx:pt idx="300">1.74</cx:pt>
          <cx:pt idx="301">1.8799999999999999</cx:pt>
          <cx:pt idx="302">1.5800000000000001</cx:pt>
          <cx:pt idx="303">2.0699999999999998</cx:pt>
          <cx:pt idx="304">1.6299999999999999</cx:pt>
          <cx:pt idx="305">1.7</cx:pt>
          <cx:pt idx="306">1.6200000000000001</cx:pt>
          <cx:pt idx="307">1.8200000000000001</cx:pt>
          <cx:pt idx="308">1.74</cx:pt>
          <cx:pt idx="309">1.46</cx:pt>
          <cx:pt idx="310">1.8600000000000001</cx:pt>
          <cx:pt idx="311">1.6599999999999999</cx:pt>
          <cx:pt idx="312">1.8700000000000001</cx:pt>
          <cx:pt idx="313">1.95</cx:pt>
          <cx:pt idx="314">1.6399999999999999</cx:pt>
          <cx:pt idx="315">1.7</cx:pt>
          <cx:pt idx="316">1.24</cx:pt>
          <cx:pt idx="317">1.8200000000000001</cx:pt>
          <cx:pt idx="318">1.72</cx:pt>
          <cx:pt idx="319">1.55</cx:pt>
          <cx:pt idx="320">1.3999999999999999</cx:pt>
          <cx:pt idx="321">1.6899999999999999</cx:pt>
          <cx:pt idx="322">1.8700000000000001</cx:pt>
          <cx:pt idx="323">1.7</cx:pt>
          <cx:pt idx="324">1.75</cx:pt>
          <cx:pt idx="325">1.47</cx:pt>
          <cx:pt idx="326">1.6200000000000001</cx:pt>
          <cx:pt idx="327">1.79</cx:pt>
          <cx:pt idx="328">1.6799999999999999</cx:pt>
          <cx:pt idx="329">1.9099999999999999</cx:pt>
          <cx:pt idx="330">1.73</cx:pt>
          <cx:pt idx="331">1.76</cx:pt>
          <cx:pt idx="332">1.72</cx:pt>
          <cx:pt idx="333">1.71</cx:pt>
          <cx:pt idx="334">1.73</cx:pt>
          <cx:pt idx="335">1.4299999999999999</cx:pt>
          <cx:pt idx="336">1.6899999999999999</cx:pt>
          <cx:pt idx="337">1.6299999999999999</cx:pt>
          <cx:pt idx="338">1.6599999999999999</cx:pt>
          <cx:pt idx="339">1.4099999999999999</cx:pt>
          <cx:pt idx="340">1.77</cx:pt>
          <cx:pt idx="341">1.8600000000000001</cx:pt>
          <cx:pt idx="342">1.6299999999999999</cx:pt>
          <cx:pt idx="343">1.8500000000000001</cx:pt>
          <cx:pt idx="344">1.8400000000000001</cx:pt>
          <cx:pt idx="345">1.76</cx:pt>
          <cx:pt idx="346">1.71</cx:pt>
          <cx:pt idx="347">1.5700000000000001</cx:pt>
          <cx:pt idx="348">1.8100000000000001</cx:pt>
          <cx:pt idx="349">1.8500000000000001</cx:pt>
          <cx:pt idx="350">1.8899999999999999</cx:pt>
          <cx:pt idx="351">1.6899999999999999</cx:pt>
          <cx:pt idx="352">1.75</cx:pt>
          <cx:pt idx="353">1.9099999999999999</cx:pt>
          <cx:pt idx="354">1.5800000000000001</cx:pt>
          <cx:pt idx="355">1.6799999999999999</cx:pt>
          <cx:pt idx="356">1.3799999999999999</cx:pt>
          <cx:pt idx="357">1.5800000000000001</cx:pt>
          <cx:pt idx="358">1.8200000000000001</cx:pt>
          <cx:pt idx="359">1.6899999999999999</cx:pt>
          <cx:pt idx="360">1.72</cx:pt>
          <cx:pt idx="361">1.5800000000000001</cx:pt>
          <cx:pt idx="362">1.71</cx:pt>
          <cx:pt idx="363">1.6000000000000001</cx:pt>
          <cx:pt idx="364">1.95</cx:pt>
          <cx:pt idx="365">1.71</cx:pt>
          <cx:pt idx="366">1.8200000000000001</cx:pt>
          <cx:pt idx="367">1.71</cx:pt>
          <cx:pt idx="368">1.8899999999999999</cx:pt>
          <cx:pt idx="369">1.8300000000000001</cx:pt>
          <cx:pt idx="370">1.95</cx:pt>
          <cx:pt idx="371">1.3200000000000001</cx:pt>
          <cx:pt idx="372">1.6899999999999999</cx:pt>
          <cx:pt idx="373">1.7</cx:pt>
          <cx:pt idx="374">1.71</cx:pt>
          <cx:pt idx="375">1.8</cx:pt>
          <cx:pt idx="376">1.6200000000000001</cx:pt>
          <cx:pt idx="377">1.8799999999999999</cx:pt>
          <cx:pt idx="378">1.71</cx:pt>
          <cx:pt idx="379">1.8300000000000001</cx:pt>
          <cx:pt idx="380">1.3700000000000001</cx:pt>
          <cx:pt idx="381">1.4099999999999999</cx:pt>
          <cx:pt idx="382">1.6799999999999999</cx:pt>
          <cx:pt idx="383">1.4299999999999999</cx:pt>
          <cx:pt idx="384">1.6299999999999999</cx:pt>
          <cx:pt idx="385">1.8</cx:pt>
          <cx:pt idx="386">2.02</cx:pt>
          <cx:pt idx="387">1.79</cx:pt>
          <cx:pt idx="388">1.6399999999999999</cx:pt>
          <cx:pt idx="389">1.6899999999999999</cx:pt>
          <cx:pt idx="390">1.77</cx:pt>
          <cx:pt idx="391">1.6699999999999999</cx:pt>
          <cx:pt idx="392">1.7</cx:pt>
          <cx:pt idx="393">1.8400000000000001</cx:pt>
          <cx:pt idx="394">1.51</cx:pt>
          <cx:pt idx="395">1.8400000000000001</cx:pt>
          <cx:pt idx="396">1.6299999999999999</cx:pt>
          <cx:pt idx="397">1.6699999999999999</cx:pt>
          <cx:pt idx="398">1.8600000000000001</cx:pt>
          <cx:pt idx="399">1.74</cx:pt>
          <cx:pt idx="400">1.6699999999999999</cx:pt>
          <cx:pt idx="401">1.8999999999999999</cx:pt>
          <cx:pt idx="402">1.6000000000000001</cx:pt>
          <cx:pt idx="403">1.75</cx:pt>
          <cx:pt idx="404">1.55</cx:pt>
          <cx:pt idx="405">1.8600000000000001</cx:pt>
          <cx:pt idx="406">1.6200000000000001</cx:pt>
          <cx:pt idx="407">1.6899999999999999</cx:pt>
          <cx:pt idx="408">1.6899999999999999</cx:pt>
          <cx:pt idx="409">1.45</cx:pt>
          <cx:pt idx="410">1.79</cx:pt>
          <cx:pt idx="411">1.77</cx:pt>
          <cx:pt idx="412">1.52</cx:pt>
          <cx:pt idx="413">1.5800000000000001</cx:pt>
          <cx:pt idx="414">1.8700000000000001</cx:pt>
          <cx:pt idx="415">1.73</cx:pt>
          <cx:pt idx="416">1.51</cx:pt>
          <cx:pt idx="417">1.6299999999999999</cx:pt>
          <cx:pt idx="418">1.73</cx:pt>
          <cx:pt idx="419">1.5700000000000001</cx:pt>
          <cx:pt idx="420">1.49</cx:pt>
          <cx:pt idx="421">1.8400000000000001</cx:pt>
          <cx:pt idx="422">1.8100000000000001</cx:pt>
          <cx:pt idx="423">1.53</cx:pt>
          <cx:pt idx="424">1.9399999999999999</cx:pt>
          <cx:pt idx="425">1.6599999999999999</cx:pt>
          <cx:pt idx="426">1.74</cx:pt>
          <cx:pt idx="427">1.6100000000000001</cx:pt>
          <cx:pt idx="428">1.6200000000000001</cx:pt>
          <cx:pt idx="429">1.6799999999999999</cx:pt>
          <cx:pt idx="430">1.8700000000000001</cx:pt>
          <cx:pt idx="431">1.6499999999999999</cx:pt>
          <cx:pt idx="432">1.74</cx:pt>
          <cx:pt idx="433">1.53</cx:pt>
          <cx:pt idx="434">1.8899999999999999</cx:pt>
          <cx:pt idx="435">1.3899999999999999</cx:pt>
          <cx:pt idx="436">1.6899999999999999</cx:pt>
          <cx:pt idx="437">1.5600000000000001</cx:pt>
          <cx:pt idx="438">1.8400000000000001</cx:pt>
          <cx:pt idx="439">1.5700000000000001</cx:pt>
          <cx:pt idx="440">1.76</cx:pt>
          <cx:pt idx="441">1.6100000000000001</cx:pt>
          <cx:pt idx="442">1.48</cx:pt>
          <cx:pt idx="443">1.9199999999999999</cx:pt>
          <cx:pt idx="444">1.8</cx:pt>
          <cx:pt idx="445">1.78</cx:pt>
          <cx:pt idx="446">1.51</cx:pt>
          <cx:pt idx="447">1.8899999999999999</cx:pt>
          <cx:pt idx="448">1.6699999999999999</cx:pt>
          <cx:pt idx="449">1.6499999999999999</cx:pt>
          <cx:pt idx="450">1.8999999999999999</cx:pt>
          <cx:pt idx="451">1.5800000000000001</cx:pt>
          <cx:pt idx="452">1.6699999999999999</cx:pt>
          <cx:pt idx="453">1.49</cx:pt>
          <cx:pt idx="454">1.6399999999999999</cx:pt>
          <cx:pt idx="455">1.5800000000000001</cx:pt>
          <cx:pt idx="456">1.6399999999999999</cx:pt>
          <cx:pt idx="457">1.8700000000000001</cx:pt>
          <cx:pt idx="458">1.8200000000000001</cx:pt>
          <cx:pt idx="459">1.74</cx:pt>
          <cx:pt idx="460">1.48</cx:pt>
          <cx:pt idx="461">1.4299999999999999</cx:pt>
          <cx:pt idx="462">1.6399999999999999</cx:pt>
          <cx:pt idx="463">1.8700000000000001</cx:pt>
          <cx:pt idx="464">2.02</cx:pt>
          <cx:pt idx="465">1.4399999999999999</cx:pt>
          <cx:pt idx="466">1.8200000000000001</cx:pt>
          <cx:pt idx="467">1.6100000000000001</cx:pt>
          <cx:pt idx="468">1.5600000000000001</cx:pt>
          <cx:pt idx="469">1.6799999999999999</cx:pt>
          <cx:pt idx="470">1.78</cx:pt>
          <cx:pt idx="471">1.77</cx:pt>
          <cx:pt idx="472">1.52</cx:pt>
          <cx:pt idx="473">1.74</cx:pt>
          <cx:pt idx="474">1.75</cx:pt>
          <cx:pt idx="475">1.8600000000000001</cx:pt>
          <cx:pt idx="476">1.79</cx:pt>
          <cx:pt idx="477">1.46</cx:pt>
          <cx:pt idx="478">1.6299999999999999</cx:pt>
          <cx:pt idx="479">1.52</cx:pt>
          <cx:pt idx="480">1.6299999999999999</cx:pt>
          <cx:pt idx="481">1.72</cx:pt>
          <cx:pt idx="482">1.74</cx:pt>
          <cx:pt idx="483">1.6599999999999999</cx:pt>
          <cx:pt idx="484">1.72</cx:pt>
          <cx:pt idx="485">1.5600000000000001</cx:pt>
          <cx:pt idx="486">1.74</cx:pt>
          <cx:pt idx="487">1.74</cx:pt>
          <cx:pt idx="488">1.5800000000000001</cx:pt>
          <cx:pt idx="489">1.6899999999999999</cx:pt>
          <cx:pt idx="490">1.6799999999999999</cx:pt>
          <cx:pt idx="491">1.8300000000000001</cx:pt>
          <cx:pt idx="492">1.8899999999999999</cx:pt>
          <cx:pt idx="493">1.6799999999999999</cx:pt>
          <cx:pt idx="494">1.98</cx:pt>
          <cx:pt idx="495">1.53</cx:pt>
          <cx:pt idx="496">1.95</cx:pt>
          <cx:pt idx="497">1.46</cx:pt>
          <cx:pt idx="498">1.6799999999999999</cx:pt>
        </cx:lvl>
      </cx:numDim>
    </cx:data>
  </cx:chartData>
  <cx:chart>
    <cx:title pos="t" align="ctr" overlay="0">
      <cx:tx>
        <cx:txData>
          <cx:v>Altura de la población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 sz="800"/>
          </a:pPr>
          <a:r>
            <a:rPr lang="en-US" sz="800" b="0" i="0" u="none" strike="noStrike" baseline="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/>
            </a:rPr>
            <a:t>Altura de la población</a:t>
          </a:r>
        </a:p>
      </cx:txPr>
    </cx:title>
    <cx:plotArea>
      <cx:plotAreaRegion>
        <cx:series layoutId="clusteredColumn" uniqueId="{C8223F10-4E9E-854E-A47F-BE6D3E8D3BCF}">
          <cx:tx>
            <cx:txData>
              <cx:f>Sheet1!$A$1</cx:f>
              <cx:v>Series1</cx:v>
            </cx:txData>
          </cx:tx>
          <cx:spPr>
            <a:solidFill>
              <a:schemeClr val="bg2">
                <a:lumMod val="25000"/>
              </a:schemeClr>
            </a:solidFill>
          </cx:spPr>
          <cx:dataId val="0"/>
          <cx:layoutPr>
            <cx:binning intervalClosed="r">
              <cx:binSize val="0.068000000000000019"/>
            </cx:binning>
          </cx:layoutPr>
        </cx:series>
      </cx:plotAreaRegion>
      <cx:axis id="0" hidden="1">
        <cx:catScaling gapWidth="0"/>
        <cx:tickLabels/>
        <cx:numFmt formatCode="#,##0.0" sourceLinked="0"/>
        <cx:txPr>
          <a:bodyPr vertOverflow="overflow" horzOverflow="overflow" wrap="square" lIns="0" tIns="0" rIns="0" bIns="0"/>
          <a:lstStyle/>
          <a:p>
            <a:pPr algn="ctr" rtl="0">
              <a:defRPr sz="500" b="0" i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MX" sz="500"/>
          </a:p>
        </cx:txPr>
      </cx:axis>
      <cx:axis id="1" hidden="1">
        <cx:valScaling/>
        <cx:majorGridlines/>
        <cx:tickLabels/>
        <cx:txPr>
          <a:bodyPr vertOverflow="overflow" horzOverflow="overflow" wrap="square" lIns="0" tIns="0" rIns="0" bIns="0"/>
          <a:lstStyle/>
          <a:p>
            <a:pPr algn="ctr" rtl="0">
              <a:defRPr sz="800" b="0" i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MX" sz="800"/>
          </a:p>
        </cx:txPr>
      </cx:axis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Sheet1!$A$2:$A$500</cx:f>
        <cx:lvl ptCount="499" formatCode="0.00">
          <cx:pt idx="0">1.6599999999999999</cx:pt>
          <cx:pt idx="1">1.6299999999999999</cx:pt>
          <cx:pt idx="2">1.6599999999999999</cx:pt>
          <cx:pt idx="3">1.74</cx:pt>
          <cx:pt idx="4">1.8700000000000001</cx:pt>
          <cx:pt idx="5">1.6200000000000001</cx:pt>
          <cx:pt idx="6">1.46</cx:pt>
          <cx:pt idx="7">1.8100000000000001</cx:pt>
          <cx:pt idx="8">1.6499999999999999</cx:pt>
          <cx:pt idx="9">1.6599999999999999</cx:pt>
          <cx:pt idx="10">1.8200000000000001</cx:pt>
          <cx:pt idx="11">1.6299999999999999</cx:pt>
          <cx:pt idx="12">1.53</cx:pt>
          <cx:pt idx="13">1.8300000000000001</cx:pt>
          <cx:pt idx="14">1.6599999999999999</cx:pt>
          <cx:pt idx="15">1.77</cx:pt>
          <cx:pt idx="16">1.8500000000000001</cx:pt>
          <cx:pt idx="17">1.6499999999999999</cx:pt>
          <cx:pt idx="18">1.5800000000000001</cx:pt>
          <cx:pt idx="19">1.73</cx:pt>
          <cx:pt idx="20">1.71</cx:pt>
          <cx:pt idx="21">1.8899999999999999</cx:pt>
          <cx:pt idx="22">1.74</cx:pt>
          <cx:pt idx="23">1.55</cx:pt>
          <cx:pt idx="24">1.74</cx:pt>
          <cx:pt idx="25">1.76</cx:pt>
          <cx:pt idx="26">1.6299999999999999</cx:pt>
          <cx:pt idx="27">1.8500000000000001</cx:pt>
          <cx:pt idx="28">1.3600000000000001</cx:pt>
          <cx:pt idx="29">1.6399999999999999</cx:pt>
          <cx:pt idx="30">1.54</cx:pt>
          <cx:pt idx="31">2.1899999999999999</cx:pt>
          <cx:pt idx="32">1.5900000000000001</cx:pt>
          <cx:pt idx="33">1.97</cx:pt>
          <cx:pt idx="34">1.7</cx:pt>
          <cx:pt idx="35">1.8700000000000001</cx:pt>
          <cx:pt idx="36">1.9399999999999999</cx:pt>
          <cx:pt idx="37">1.53</cx:pt>
          <cx:pt idx="38">1.5700000000000001</cx:pt>
          <cx:pt idx="39">1.6499999999999999</cx:pt>
          <cx:pt idx="40">1.79</cx:pt>
          <cx:pt idx="41">2.02</cx:pt>
          <cx:pt idx="42">1.6499999999999999</cx:pt>
          <cx:pt idx="43">1.77</cx:pt>
          <cx:pt idx="44">1.5700000000000001</cx:pt>
          <cx:pt idx="45">1.9199999999999999</cx:pt>
          <cx:pt idx="46">1.6899999999999999</cx:pt>
          <cx:pt idx="47">1.72</cx:pt>
          <cx:pt idx="48">1.72</cx:pt>
          <cx:pt idx="49">1.79</cx:pt>
          <cx:pt idx="50">1.6299999999999999</cx:pt>
          <cx:pt idx="51">1.52</cx:pt>
          <cx:pt idx="52">1.78</cx:pt>
          <cx:pt idx="53">1.97</cx:pt>
          <cx:pt idx="54">1.6299999999999999</cx:pt>
          <cx:pt idx="55">1.9099999999999999</cx:pt>
          <cx:pt idx="56">1.78</cx:pt>
          <cx:pt idx="57">1.6399999999999999</cx:pt>
          <cx:pt idx="58">1.46</cx:pt>
          <cx:pt idx="59">1.75</cx:pt>
          <cx:pt idx="60">1.5700000000000001</cx:pt>
          <cx:pt idx="61">1.95</cx:pt>
          <cx:pt idx="62">1.6000000000000001</cx:pt>
          <cx:pt idx="63">1.5700000000000001</cx:pt>
          <cx:pt idx="64">1.6200000000000001</cx:pt>
          <cx:pt idx="65">1.8300000000000001</cx:pt>
          <cx:pt idx="66">1.47</cx:pt>
          <cx:pt idx="67">1.8600000000000001</cx:pt>
          <cx:pt idx="68">1.4399999999999999</cx:pt>
          <cx:pt idx="69">1.8700000000000001</cx:pt>
          <cx:pt idx="70">1.5</cx:pt>
          <cx:pt idx="71">1.9399999999999999</cx:pt>
          <cx:pt idx="72">1.8999999999999999</cx:pt>
          <cx:pt idx="73">1.78</cx:pt>
          <cx:pt idx="74">1.8500000000000001</cx:pt>
          <cx:pt idx="75">2.04</cx:pt>
          <cx:pt idx="76">1.77</cx:pt>
          <cx:pt idx="77">1.5900000000000001</cx:pt>
          <cx:pt idx="78">1.53</cx:pt>
          <cx:pt idx="79">2.1000000000000001</cx:pt>
          <cx:pt idx="80">1.79</cx:pt>
          <cx:pt idx="81">1.71</cx:pt>
          <cx:pt idx="82">1.6499999999999999</cx:pt>
          <cx:pt idx="83">1.76</cx:pt>
          <cx:pt idx="84">2.0299999999999998</cx:pt>
          <cx:pt idx="85">1.8500000000000001</cx:pt>
          <cx:pt idx="86">1.6299999999999999</cx:pt>
          <cx:pt idx="87">1.9399999999999999</cx:pt>
          <cx:pt idx="88">1.9399999999999999</cx:pt>
          <cx:pt idx="89">1.74</cx:pt>
          <cx:pt idx="90">1.6499999999999999</cx:pt>
          <cx:pt idx="91">1.3</cx:pt>
          <cx:pt idx="92">1.51</cx:pt>
          <cx:pt idx="93">1.3999999999999999</cx:pt>
          <cx:pt idx="94">1.6299999999999999</cx:pt>
          <cx:pt idx="95">1.8</cx:pt>
          <cx:pt idx="96">1.6699999999999999</cx:pt>
          <cx:pt idx="97">1.3400000000000001</cx:pt>
          <cx:pt idx="98">1.49</cx:pt>
          <cx:pt idx="99">1.75</cx:pt>
          <cx:pt idx="100">1.6200000000000001</cx:pt>
          <cx:pt idx="101">1.8400000000000001</cx:pt>
          <cx:pt idx="102">1.6100000000000001</cx:pt>
          <cx:pt idx="103">1.5700000000000001</cx:pt>
          <cx:pt idx="104">1.78</cx:pt>
          <cx:pt idx="105">1.97</cx:pt>
          <cx:pt idx="106">1.7</cx:pt>
          <cx:pt idx="107">1.4199999999999999</cx:pt>
          <cx:pt idx="108">1.6899999999999999</cx:pt>
          <cx:pt idx="109">1.98</cx:pt>
          <cx:pt idx="110">1.6399999999999999</cx:pt>
          <cx:pt idx="111">1.6799999999999999</cx:pt>
          <cx:pt idx="112">1.76</cx:pt>
          <cx:pt idx="113">1.73</cx:pt>
          <cx:pt idx="114">1.47</cx:pt>
          <cx:pt idx="115">1.9299999999999999</cx:pt>
          <cx:pt idx="116">1.8899999999999999</cx:pt>
          <cx:pt idx="117">1.99</cx:pt>
          <cx:pt idx="118">1.8500000000000001</cx:pt>
          <cx:pt idx="119">1.54</cx:pt>
          <cx:pt idx="120">1.6499999999999999</cx:pt>
          <cx:pt idx="121">1.5700000000000001</cx:pt>
          <cx:pt idx="122">1.53</cx:pt>
          <cx:pt idx="123">1.9099999999999999</cx:pt>
          <cx:pt idx="124">1.6299999999999999</cx:pt>
          <cx:pt idx="125">1.97</cx:pt>
          <cx:pt idx="126">1.6200000000000001</cx:pt>
          <cx:pt idx="127">1.8100000000000001</cx:pt>
          <cx:pt idx="128">1.8799999999999999</cx:pt>
          <cx:pt idx="129">1.74</cx:pt>
          <cx:pt idx="130">1.8500000000000001</cx:pt>
          <cx:pt idx="131">1.5900000000000001</cx:pt>
          <cx:pt idx="132">1.51</cx:pt>
          <cx:pt idx="133">1.48</cx:pt>
          <cx:pt idx="134">1.6599999999999999</cx:pt>
          <cx:pt idx="135">1.9299999999999999</cx:pt>
          <cx:pt idx="136">1.8200000000000001</cx:pt>
          <cx:pt idx="137">1.6200000000000001</cx:pt>
          <cx:pt idx="138">1.75</cx:pt>
          <cx:pt idx="139">2.02</cx:pt>
          <cx:pt idx="140">1.6599999999999999</cx:pt>
          <cx:pt idx="141">1.8799999999999999</cx:pt>
          <cx:pt idx="142">2.0600000000000001</cx:pt>
          <cx:pt idx="143">1.6899999999999999</cx:pt>
          <cx:pt idx="144">1.77</cx:pt>
          <cx:pt idx="145">1.5600000000000001</cx:pt>
          <cx:pt idx="146">1.8100000000000001</cx:pt>
          <cx:pt idx="147">1.77</cx:pt>
          <cx:pt idx="148">1.6299999999999999</cx:pt>
          <cx:pt idx="149">1.5800000000000001</cx:pt>
          <cx:pt idx="150">1.8400000000000001</cx:pt>
          <cx:pt idx="151">1.5900000000000001</cx:pt>
          <cx:pt idx="152">1.6699999999999999</cx:pt>
          <cx:pt idx="153">1.4099999999999999</cx:pt>
          <cx:pt idx="154">1.6200000000000001</cx:pt>
          <cx:pt idx="155">1.6699999999999999</cx:pt>
          <cx:pt idx="156">1.55</cx:pt>
          <cx:pt idx="157">1.79</cx:pt>
          <cx:pt idx="158">1.74</cx:pt>
          <cx:pt idx="159">1.7</cx:pt>
          <cx:pt idx="160">1.5900000000000001</cx:pt>
          <cx:pt idx="161">1.5900000000000001</cx:pt>
          <cx:pt idx="162">1.8700000000000001</cx:pt>
          <cx:pt idx="163">1.48</cx:pt>
          <cx:pt idx="164">1.8600000000000001</cx:pt>
          <cx:pt idx="165">1.79</cx:pt>
          <cx:pt idx="166">1.6699999999999999</cx:pt>
          <cx:pt idx="167">1.6299999999999999</cx:pt>
          <cx:pt idx="168">1.52</cx:pt>
          <cx:pt idx="169">1.9099999999999999</cx:pt>
          <cx:pt idx="170">1.6299999999999999</cx:pt>
          <cx:pt idx="171">1.5600000000000001</cx:pt>
          <cx:pt idx="172">1.3200000000000001</cx:pt>
          <cx:pt idx="173">1.75</cx:pt>
          <cx:pt idx="174">1.77</cx:pt>
          <cx:pt idx="175">1.5</cx:pt>
          <cx:pt idx="176">1.78</cx:pt>
          <cx:pt idx="177">1.52</cx:pt>
          <cx:pt idx="178">1.72</cx:pt>
          <cx:pt idx="179">1.55</cx:pt>
          <cx:pt idx="180">2.0099999999999998</cx:pt>
          <cx:pt idx="181">1.6100000000000001</cx:pt>
          <cx:pt idx="182">1.6499999999999999</cx:pt>
          <cx:pt idx="183">1.72</cx:pt>
          <cx:pt idx="184">1.8200000000000001</cx:pt>
          <cx:pt idx="185">1.74</cx:pt>
          <cx:pt idx="186">1.45</cx:pt>
          <cx:pt idx="187">1.95</cx:pt>
          <cx:pt idx="188">1.4399999999999999</cx:pt>
          <cx:pt idx="189">1.53</cx:pt>
          <cx:pt idx="190">1.5800000000000001</cx:pt>
          <cx:pt idx="191">1.5900000000000001</cx:pt>
          <cx:pt idx="192">1.79</cx:pt>
          <cx:pt idx="193">1.8799999999999999</cx:pt>
          <cx:pt idx="194">1.8400000000000001</cx:pt>
          <cx:pt idx="195">1.73</cx:pt>
          <cx:pt idx="196">1.46</cx:pt>
          <cx:pt idx="197">1.6799999999999999</cx:pt>
          <cx:pt idx="198">2.1000000000000001</cx:pt>
          <cx:pt idx="199">2.0499999999999998</cx:pt>
          <cx:pt idx="200">1.6699999999999999</cx:pt>
          <cx:pt idx="201">1.8899999999999999</cx:pt>
          <cx:pt idx="202">1.6699999999999999</cx:pt>
          <cx:pt idx="203">1.74</cx:pt>
          <cx:pt idx="204">1.5900000000000001</cx:pt>
          <cx:pt idx="205">1.6599999999999999</cx:pt>
          <cx:pt idx="206">1.9199999999999999</cx:pt>
          <cx:pt idx="207">1.9299999999999999</cx:pt>
          <cx:pt idx="208">2.0099999999999998</cx:pt>
          <cx:pt idx="209">1.75</cx:pt>
          <cx:pt idx="210">1.6599999999999999</cx:pt>
          <cx:pt idx="211">1.78</cx:pt>
          <cx:pt idx="212">1.6599999999999999</cx:pt>
          <cx:pt idx="213">2.0899999999999999</cx:pt>
          <cx:pt idx="214">1.8100000000000001</cx:pt>
          <cx:pt idx="215">1.6899999999999999</cx:pt>
          <cx:pt idx="216">1.75</cx:pt>
          <cx:pt idx="217">1.8500000000000001</cx:pt>
          <cx:pt idx="218">1.6699999999999999</cx:pt>
          <cx:pt idx="219">1.6399999999999999</cx:pt>
          <cx:pt idx="220">1.6499999999999999</cx:pt>
          <cx:pt idx="221">1.6699999999999999</cx:pt>
          <cx:pt idx="222">1.6299999999999999</cx:pt>
          <cx:pt idx="223">1.6899999999999999</cx:pt>
          <cx:pt idx="224">1.3899999999999999</cx:pt>
          <cx:pt idx="225">1.8899999999999999</cx:pt>
          <cx:pt idx="226">1.8799999999999999</cx:pt>
          <cx:pt idx="227">1.8200000000000001</cx:pt>
          <cx:pt idx="228">1.78</cx:pt>
          <cx:pt idx="229">1.72</cx:pt>
          <cx:pt idx="230">1.51</cx:pt>
          <cx:pt idx="231">1.74</cx:pt>
          <cx:pt idx="232">1.75</cx:pt>
          <cx:pt idx="233">1.8600000000000001</cx:pt>
          <cx:pt idx="234">1.3600000000000001</cx:pt>
          <cx:pt idx="235">1.8100000000000001</cx:pt>
          <cx:pt idx="236">1.5600000000000001</cx:pt>
          <cx:pt idx="237">1.72</cx:pt>
          <cx:pt idx="238">1.55</cx:pt>
          <cx:pt idx="239">1.6499999999999999</cx:pt>
          <cx:pt idx="240">1.73</cx:pt>
          <cx:pt idx="241">1.71</cx:pt>
          <cx:pt idx="242">1.6899999999999999</cx:pt>
          <cx:pt idx="243">1.5600000000000001</cx:pt>
          <cx:pt idx="244">1.6200000000000001</cx:pt>
          <cx:pt idx="245">1.54</cx:pt>
          <cx:pt idx="246">1.6100000000000001</cx:pt>
          <cx:pt idx="247">1.8500000000000001</cx:pt>
          <cx:pt idx="248">1.8200000000000001</cx:pt>
          <cx:pt idx="249">1.6299999999999999</cx:pt>
          <cx:pt idx="250">1.75</cx:pt>
          <cx:pt idx="251">1.6100000000000001</cx:pt>
          <cx:pt idx="252">1.47</cx:pt>
          <cx:pt idx="253">1.99</cx:pt>
          <cx:pt idx="254">1.74</cx:pt>
          <cx:pt idx="255">1.52</cx:pt>
          <cx:pt idx="256">1.51</cx:pt>
          <cx:pt idx="257">1.8700000000000001</cx:pt>
          <cx:pt idx="258">1.6100000000000001</cx:pt>
          <cx:pt idx="259">1.76</cx:pt>
          <cx:pt idx="260">1.8</cx:pt>
          <cx:pt idx="261">1.8</cx:pt>
          <cx:pt idx="262">1.79</cx:pt>
          <cx:pt idx="263">1.6100000000000001</cx:pt>
          <cx:pt idx="264">1.6399999999999999</cx:pt>
          <cx:pt idx="265">1.6100000000000001</cx:pt>
          <cx:pt idx="266">1.6699999999999999</cx:pt>
          <cx:pt idx="267">1.5900000000000001</cx:pt>
          <cx:pt idx="268">1.49</cx:pt>
          <cx:pt idx="269">1.8799999999999999</cx:pt>
          <cx:pt idx="270">1.77</cx:pt>
          <cx:pt idx="271">1.72</cx:pt>
          <cx:pt idx="272">1.5700000000000001</cx:pt>
          <cx:pt idx="273">1.55</cx:pt>
          <cx:pt idx="274">1.51</cx:pt>
          <cx:pt idx="275">1.6399999999999999</cx:pt>
          <cx:pt idx="276">1.8</cx:pt>
          <cx:pt idx="277">1.8500000000000001</cx:pt>
          <cx:pt idx="278">1.8500000000000001</cx:pt>
          <cx:pt idx="279">1.51</cx:pt>
          <cx:pt idx="280">1.5600000000000001</cx:pt>
          <cx:pt idx="281">1.75</cx:pt>
          <cx:pt idx="282">1.6599999999999999</cx:pt>
          <cx:pt idx="283">1.8899999999999999</cx:pt>
          <cx:pt idx="284">1.6000000000000001</cx:pt>
          <cx:pt idx="285">1.8799999999999999</cx:pt>
          <cx:pt idx="286">1.8200000000000001</cx:pt>
          <cx:pt idx="287">1.6000000000000001</cx:pt>
          <cx:pt idx="288">1.73</cx:pt>
          <cx:pt idx="289">1.6100000000000001</cx:pt>
          <cx:pt idx="290">1.6200000000000001</cx:pt>
          <cx:pt idx="291">1.6799999999999999</cx:pt>
          <cx:pt idx="292">1.5600000000000001</cx:pt>
          <cx:pt idx="293">1.71</cx:pt>
          <cx:pt idx="294">1.9199999999999999</cx:pt>
          <cx:pt idx="295">1.53</cx:pt>
          <cx:pt idx="296">1.5900000000000001</cx:pt>
          <cx:pt idx="297">1.6799999999999999</cx:pt>
          <cx:pt idx="298">1.79</cx:pt>
          <cx:pt idx="299">1.5</cx:pt>
          <cx:pt idx="300">1.74</cx:pt>
          <cx:pt idx="301">1.8799999999999999</cx:pt>
          <cx:pt idx="302">1.5800000000000001</cx:pt>
          <cx:pt idx="303">2.0699999999999998</cx:pt>
          <cx:pt idx="304">1.6299999999999999</cx:pt>
          <cx:pt idx="305">1.7</cx:pt>
          <cx:pt idx="306">1.6200000000000001</cx:pt>
          <cx:pt idx="307">1.8200000000000001</cx:pt>
          <cx:pt idx="308">1.74</cx:pt>
          <cx:pt idx="309">1.46</cx:pt>
          <cx:pt idx="310">1.8600000000000001</cx:pt>
          <cx:pt idx="311">1.6599999999999999</cx:pt>
          <cx:pt idx="312">1.8700000000000001</cx:pt>
          <cx:pt idx="313">1.95</cx:pt>
          <cx:pt idx="314">1.6399999999999999</cx:pt>
          <cx:pt idx="315">1.7</cx:pt>
          <cx:pt idx="316">1.24</cx:pt>
          <cx:pt idx="317">1.8200000000000001</cx:pt>
          <cx:pt idx="318">1.72</cx:pt>
          <cx:pt idx="319">1.55</cx:pt>
          <cx:pt idx="320">1.3999999999999999</cx:pt>
          <cx:pt idx="321">1.6899999999999999</cx:pt>
          <cx:pt idx="322">1.8700000000000001</cx:pt>
          <cx:pt idx="323">1.7</cx:pt>
          <cx:pt idx="324">1.75</cx:pt>
          <cx:pt idx="325">1.47</cx:pt>
          <cx:pt idx="326">1.6200000000000001</cx:pt>
          <cx:pt idx="327">1.79</cx:pt>
          <cx:pt idx="328">1.6799999999999999</cx:pt>
          <cx:pt idx="329">1.9099999999999999</cx:pt>
          <cx:pt idx="330">1.73</cx:pt>
          <cx:pt idx="331">1.76</cx:pt>
          <cx:pt idx="332">1.72</cx:pt>
          <cx:pt idx="333">1.71</cx:pt>
          <cx:pt idx="334">1.73</cx:pt>
          <cx:pt idx="335">1.4299999999999999</cx:pt>
          <cx:pt idx="336">1.6899999999999999</cx:pt>
          <cx:pt idx="337">1.6299999999999999</cx:pt>
          <cx:pt idx="338">1.6599999999999999</cx:pt>
          <cx:pt idx="339">1.4099999999999999</cx:pt>
          <cx:pt idx="340">1.77</cx:pt>
          <cx:pt idx="341">1.8600000000000001</cx:pt>
          <cx:pt idx="342">1.6299999999999999</cx:pt>
          <cx:pt idx="343">1.8500000000000001</cx:pt>
          <cx:pt idx="344">1.8400000000000001</cx:pt>
          <cx:pt idx="345">1.76</cx:pt>
          <cx:pt idx="346">1.71</cx:pt>
          <cx:pt idx="347">1.5700000000000001</cx:pt>
          <cx:pt idx="348">1.8100000000000001</cx:pt>
          <cx:pt idx="349">1.8500000000000001</cx:pt>
          <cx:pt idx="350">1.8899999999999999</cx:pt>
          <cx:pt idx="351">1.6899999999999999</cx:pt>
          <cx:pt idx="352">1.75</cx:pt>
          <cx:pt idx="353">1.9099999999999999</cx:pt>
          <cx:pt idx="354">1.5800000000000001</cx:pt>
          <cx:pt idx="355">1.6799999999999999</cx:pt>
          <cx:pt idx="356">1.3799999999999999</cx:pt>
          <cx:pt idx="357">1.5800000000000001</cx:pt>
          <cx:pt idx="358">1.8200000000000001</cx:pt>
          <cx:pt idx="359">1.6899999999999999</cx:pt>
          <cx:pt idx="360">1.72</cx:pt>
          <cx:pt idx="361">1.5800000000000001</cx:pt>
          <cx:pt idx="362">1.71</cx:pt>
          <cx:pt idx="363">1.6000000000000001</cx:pt>
          <cx:pt idx="364">1.95</cx:pt>
          <cx:pt idx="365">1.71</cx:pt>
          <cx:pt idx="366">1.8200000000000001</cx:pt>
          <cx:pt idx="367">1.71</cx:pt>
          <cx:pt idx="368">1.8899999999999999</cx:pt>
          <cx:pt idx="369">1.8300000000000001</cx:pt>
          <cx:pt idx="370">1.95</cx:pt>
          <cx:pt idx="371">1.3200000000000001</cx:pt>
          <cx:pt idx="372">1.6899999999999999</cx:pt>
          <cx:pt idx="373">1.7</cx:pt>
          <cx:pt idx="374">1.71</cx:pt>
          <cx:pt idx="375">1.8</cx:pt>
          <cx:pt idx="376">1.6200000000000001</cx:pt>
          <cx:pt idx="377">1.8799999999999999</cx:pt>
          <cx:pt idx="378">1.71</cx:pt>
          <cx:pt idx="379">1.8300000000000001</cx:pt>
          <cx:pt idx="380">1.3700000000000001</cx:pt>
          <cx:pt idx="381">1.4099999999999999</cx:pt>
          <cx:pt idx="382">1.6799999999999999</cx:pt>
          <cx:pt idx="383">1.4299999999999999</cx:pt>
          <cx:pt idx="384">1.6299999999999999</cx:pt>
          <cx:pt idx="385">1.8</cx:pt>
          <cx:pt idx="386">2.02</cx:pt>
          <cx:pt idx="387">1.79</cx:pt>
          <cx:pt idx="388">1.6399999999999999</cx:pt>
          <cx:pt idx="389">1.6899999999999999</cx:pt>
          <cx:pt idx="390">1.77</cx:pt>
          <cx:pt idx="391">1.6699999999999999</cx:pt>
          <cx:pt idx="392">1.7</cx:pt>
          <cx:pt idx="393">1.8400000000000001</cx:pt>
          <cx:pt idx="394">1.51</cx:pt>
          <cx:pt idx="395">1.8400000000000001</cx:pt>
          <cx:pt idx="396">1.6299999999999999</cx:pt>
          <cx:pt idx="397">1.6699999999999999</cx:pt>
          <cx:pt idx="398">1.8600000000000001</cx:pt>
          <cx:pt idx="399">1.74</cx:pt>
          <cx:pt idx="400">1.6699999999999999</cx:pt>
          <cx:pt idx="401">1.8999999999999999</cx:pt>
          <cx:pt idx="402">1.6000000000000001</cx:pt>
          <cx:pt idx="403">1.75</cx:pt>
          <cx:pt idx="404">1.55</cx:pt>
          <cx:pt idx="405">1.8600000000000001</cx:pt>
          <cx:pt idx="406">1.6200000000000001</cx:pt>
          <cx:pt idx="407">1.6899999999999999</cx:pt>
          <cx:pt idx="408">1.6899999999999999</cx:pt>
          <cx:pt idx="409">1.45</cx:pt>
          <cx:pt idx="410">1.79</cx:pt>
          <cx:pt idx="411">1.77</cx:pt>
          <cx:pt idx="412">1.52</cx:pt>
          <cx:pt idx="413">1.5800000000000001</cx:pt>
          <cx:pt idx="414">1.8700000000000001</cx:pt>
          <cx:pt idx="415">1.73</cx:pt>
          <cx:pt idx="416">1.51</cx:pt>
          <cx:pt idx="417">1.6299999999999999</cx:pt>
          <cx:pt idx="418">1.73</cx:pt>
          <cx:pt idx="419">1.5700000000000001</cx:pt>
          <cx:pt idx="420">1.49</cx:pt>
          <cx:pt idx="421">1.8400000000000001</cx:pt>
          <cx:pt idx="422">1.8100000000000001</cx:pt>
          <cx:pt idx="423">1.53</cx:pt>
          <cx:pt idx="424">1.9399999999999999</cx:pt>
          <cx:pt idx="425">1.6599999999999999</cx:pt>
          <cx:pt idx="426">1.74</cx:pt>
          <cx:pt idx="427">1.6100000000000001</cx:pt>
          <cx:pt idx="428">1.6200000000000001</cx:pt>
          <cx:pt idx="429">1.6799999999999999</cx:pt>
          <cx:pt idx="430">1.8700000000000001</cx:pt>
          <cx:pt idx="431">1.6499999999999999</cx:pt>
          <cx:pt idx="432">1.74</cx:pt>
          <cx:pt idx="433">1.53</cx:pt>
          <cx:pt idx="434">1.8899999999999999</cx:pt>
          <cx:pt idx="435">1.3899999999999999</cx:pt>
          <cx:pt idx="436">1.6899999999999999</cx:pt>
          <cx:pt idx="437">1.5600000000000001</cx:pt>
          <cx:pt idx="438">1.8400000000000001</cx:pt>
          <cx:pt idx="439">1.5700000000000001</cx:pt>
          <cx:pt idx="440">1.76</cx:pt>
          <cx:pt idx="441">1.6100000000000001</cx:pt>
          <cx:pt idx="442">1.48</cx:pt>
          <cx:pt idx="443">1.9199999999999999</cx:pt>
          <cx:pt idx="444">1.8</cx:pt>
          <cx:pt idx="445">1.78</cx:pt>
          <cx:pt idx="446">1.51</cx:pt>
          <cx:pt idx="447">1.8899999999999999</cx:pt>
          <cx:pt idx="448">1.6699999999999999</cx:pt>
          <cx:pt idx="449">1.98</cx:pt>
          <cx:pt idx="450">2.2799999999999998</cx:pt>
          <cx:pt idx="451">1.8400000000000001</cx:pt>
          <cx:pt idx="452">1.97</cx:pt>
          <cx:pt idx="453">1.5600000000000001</cx:pt>
          <cx:pt idx="454">1.95</cx:pt>
          <cx:pt idx="455">1.71</cx:pt>
          <cx:pt idx="456">1.8399999999999999</cx:pt>
          <cx:pt idx="457">2.23</cx:pt>
          <cx:pt idx="458">2</cx:pt>
          <cx:pt idx="459">2.1200000000000001</cx:pt>
          <cx:pt idx="460">1.6799999999999999</cx:pt>
          <cx:pt idx="461">1.6699999999999999</cx:pt>
          <cx:pt idx="462">2.0299999999999998</cx:pt>
          <cx:pt idx="463">1.9900000000000002</cx:pt>
          <cx:pt idx="464">2.1000000000000001</cx:pt>
          <cx:pt idx="465">1.5899999999999999</cx:pt>
          <cx:pt idx="466">1.8400000000000001</cx:pt>
          <cx:pt idx="467">1.98</cx:pt>
          <cx:pt idx="468">1.8600000000000001</cx:pt>
          <cx:pt idx="469">1.79</cx:pt>
          <cx:pt idx="470">2.02</cx:pt>
          <cx:pt idx="471">2.0499999999999998</cx:pt>
          <cx:pt idx="472">1.8799999999999999</cx:pt>
          <cx:pt idx="473">1.8899999999999999</cx:pt>
          <cx:pt idx="474">2.1200000000000001</cx:pt>
          <cx:pt idx="475">2.0900000000000003</cx:pt>
          <cx:pt idx="476">2.1899999999999999</cx:pt>
          <cx:pt idx="477">1.8199999999999998</cx:pt>
          <cx:pt idx="478">1.8999999999999999</cx:pt>
          <cx:pt idx="479">1.52</cx:pt>
          <cx:pt idx="480">1.71</cx:pt>
          <cx:pt idx="481">1.74</cx:pt>
          <cx:pt idx="482">2.0800000000000001</cx:pt>
          <cx:pt idx="483">3.0099999999999998</cx:pt>
          <cx:pt idx="484">2.0699999999999998</cx:pt>
          <cx:pt idx="485">1.5900000000000001</cx:pt>
          <cx:pt idx="486">2.8500000000000001</cx:pt>
          <cx:pt idx="487">1.9199999999999999</cx:pt>
          <cx:pt idx="488">2.6900000000000004</cx:pt>
          <cx:pt idx="489">2.8100000000000001</cx:pt>
          <cx:pt idx="490">2.9399999999999999</cx:pt>
          <cx:pt idx="491">3.2000000000000002</cx:pt>
          <cx:pt idx="492">2.9100000000000001</cx:pt>
          <cx:pt idx="493">2.9199999999999999</cx:pt>
          <cx:pt idx="494">3.0899999999999999</cx:pt>
          <cx:pt idx="495">2.6299999999999999</cx:pt>
          <cx:pt idx="496">2.2599999999999998</cx:pt>
          <cx:pt idx="497">1.6100000000000001</cx:pt>
          <cx:pt idx="498">2.8099999999999996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 sz="800"/>
            </a:pPr>
            <a:r>
              <a:rPr lang="en-US" sz="800" b="0" i="0" u="none" strike="noStrike" baseline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/>
              </a:rPr>
              <a:t>Ingreso</a:t>
            </a:r>
            <a:r>
              <a:rPr lang="en-US" sz="800" b="0" i="0" u="none" strike="noStrike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/>
              </a:rPr>
              <a:t> </a:t>
            </a:r>
            <a:r>
              <a:rPr lang="en-US" sz="800" b="0" i="0" u="none" strike="noStrike" baseline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/>
              </a:rPr>
              <a:t>promedio</a:t>
            </a:r>
            <a:endParaRPr lang="en-US" sz="800" b="0" i="0" u="none" strike="noStrike" baseline="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/>
            </a:endParaRPr>
          </a:p>
        </cx:rich>
      </cx:tx>
    </cx:title>
    <cx:plotArea>
      <cx:plotAreaRegion>
        <cx:series layoutId="clusteredColumn" uniqueId="{C8223F10-4E9E-854E-A47F-BE6D3E8D3BCF}">
          <cx:tx>
            <cx:txData>
              <cx:f>Sheet1!$A$1</cx:f>
              <cx:v>Series1</cx:v>
            </cx:txData>
          </cx:tx>
          <cx:spPr>
            <a:solidFill>
              <a:schemeClr val="bg2">
                <a:lumMod val="25000"/>
              </a:schemeClr>
            </a:solidFill>
          </cx:spPr>
          <cx:dataId val="0"/>
          <cx:layoutPr>
            <cx:binning intervalClosed="r">
              <cx:binSize val="0.068000000000000019"/>
            </cx:binning>
          </cx:layoutPr>
        </cx:series>
      </cx:plotAreaRegion>
      <cx:axis id="0" hidden="1">
        <cx:catScaling gapWidth="0"/>
        <cx:tickLabels/>
        <cx:numFmt formatCode="#,##0.0" sourceLinked="0"/>
        <cx:txPr>
          <a:bodyPr vertOverflow="overflow" horzOverflow="overflow" wrap="square" lIns="0" tIns="0" rIns="0" bIns="0"/>
          <a:lstStyle/>
          <a:p>
            <a:pPr algn="ctr" rtl="0">
              <a:defRPr sz="500" b="0" i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MX" sz="500"/>
          </a:p>
        </cx:txPr>
      </cx:axis>
      <cx:axis id="1" hidden="1">
        <cx:valScaling/>
        <cx:majorGridlines/>
        <cx:tickLabels/>
        <cx:txPr>
          <a:bodyPr vertOverflow="overflow" horzOverflow="overflow" wrap="square" lIns="0" tIns="0" rIns="0" bIns="0"/>
          <a:lstStyle/>
          <a:p>
            <a:pPr algn="ctr" rtl="0">
              <a:defRPr sz="700" b="0" i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MX" sz="700"/>
          </a:p>
        </cx:txPr>
      </cx:axis>
    </cx:plotArea>
  </cx:chart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Sheet1!$A$2:$A$500</cx:f>
        <cx:lvl ptCount="499" formatCode="0.00">
          <cx:pt idx="0">1.6599999999999999</cx:pt>
          <cx:pt idx="1">1.6299999999999999</cx:pt>
          <cx:pt idx="2">1.6599999999999999</cx:pt>
          <cx:pt idx="3">1.74</cx:pt>
          <cx:pt idx="4">1.8700000000000001</cx:pt>
          <cx:pt idx="5">1.6200000000000001</cx:pt>
          <cx:pt idx="6">1.46</cx:pt>
          <cx:pt idx="7">1.8100000000000001</cx:pt>
          <cx:pt idx="8">1.6499999999999999</cx:pt>
          <cx:pt idx="9">1.6599999999999999</cx:pt>
          <cx:pt idx="10">1.8200000000000001</cx:pt>
          <cx:pt idx="11">1.6299999999999999</cx:pt>
          <cx:pt idx="12">1.53</cx:pt>
          <cx:pt idx="13">1.8300000000000001</cx:pt>
          <cx:pt idx="14">1.6599999999999999</cx:pt>
          <cx:pt idx="15">1.77</cx:pt>
          <cx:pt idx="16">1.8500000000000001</cx:pt>
          <cx:pt idx="17">1.6499999999999999</cx:pt>
          <cx:pt idx="18">1.5800000000000001</cx:pt>
          <cx:pt idx="19">1.73</cx:pt>
          <cx:pt idx="20">1.71</cx:pt>
          <cx:pt idx="21">1.8899999999999999</cx:pt>
          <cx:pt idx="22">1.74</cx:pt>
          <cx:pt idx="23">1.55</cx:pt>
          <cx:pt idx="24">1.74</cx:pt>
          <cx:pt idx="25">1.76</cx:pt>
          <cx:pt idx="26">1.6299999999999999</cx:pt>
          <cx:pt idx="27">1.8500000000000001</cx:pt>
          <cx:pt idx="28">1.3600000000000001</cx:pt>
          <cx:pt idx="29">1.6399999999999999</cx:pt>
          <cx:pt idx="30">1.54</cx:pt>
          <cx:pt idx="31">2.1899999999999999</cx:pt>
          <cx:pt idx="32">1.5900000000000001</cx:pt>
          <cx:pt idx="33">1.97</cx:pt>
          <cx:pt idx="34">1.7</cx:pt>
          <cx:pt idx="35">1.8700000000000001</cx:pt>
          <cx:pt idx="36">1.9399999999999999</cx:pt>
          <cx:pt idx="37">1.53</cx:pt>
          <cx:pt idx="38">1.5700000000000001</cx:pt>
          <cx:pt idx="39">1.6499999999999999</cx:pt>
          <cx:pt idx="40">1.79</cx:pt>
          <cx:pt idx="41">2.02</cx:pt>
          <cx:pt idx="42">1.6499999999999999</cx:pt>
          <cx:pt idx="43">1.77</cx:pt>
          <cx:pt idx="44">1.5700000000000001</cx:pt>
          <cx:pt idx="45">1.9199999999999999</cx:pt>
          <cx:pt idx="46">1.6899999999999999</cx:pt>
          <cx:pt idx="47">1.72</cx:pt>
          <cx:pt idx="48">1.72</cx:pt>
          <cx:pt idx="49">1.79</cx:pt>
          <cx:pt idx="50">1.6299999999999999</cx:pt>
          <cx:pt idx="51">1.52</cx:pt>
          <cx:pt idx="52">1.78</cx:pt>
          <cx:pt idx="53">1.97</cx:pt>
          <cx:pt idx="54">1.6299999999999999</cx:pt>
          <cx:pt idx="55">1.9099999999999999</cx:pt>
          <cx:pt idx="56">1.78</cx:pt>
          <cx:pt idx="57">1.6399999999999999</cx:pt>
          <cx:pt idx="58">1.46</cx:pt>
          <cx:pt idx="59">1.75</cx:pt>
          <cx:pt idx="60">1.5700000000000001</cx:pt>
          <cx:pt idx="61">1.95</cx:pt>
          <cx:pt idx="62">1.6000000000000001</cx:pt>
          <cx:pt idx="63">1.5700000000000001</cx:pt>
          <cx:pt idx="64">1.6200000000000001</cx:pt>
          <cx:pt idx="65">1.8300000000000001</cx:pt>
          <cx:pt idx="66">1.47</cx:pt>
          <cx:pt idx="67">1.8600000000000001</cx:pt>
          <cx:pt idx="68">1.4399999999999999</cx:pt>
          <cx:pt idx="69">1.8700000000000001</cx:pt>
          <cx:pt idx="70">1.5</cx:pt>
          <cx:pt idx="71">1.9399999999999999</cx:pt>
          <cx:pt idx="72">1.8999999999999999</cx:pt>
          <cx:pt idx="73">1.78</cx:pt>
          <cx:pt idx="74">1.8500000000000001</cx:pt>
          <cx:pt idx="75">2.04</cx:pt>
          <cx:pt idx="76">1.77</cx:pt>
          <cx:pt idx="77">1.5900000000000001</cx:pt>
          <cx:pt idx="78">1.53</cx:pt>
          <cx:pt idx="79">2.1000000000000001</cx:pt>
          <cx:pt idx="80">1.79</cx:pt>
          <cx:pt idx="81">1.71</cx:pt>
          <cx:pt idx="82">1.6499999999999999</cx:pt>
          <cx:pt idx="83">1.76</cx:pt>
          <cx:pt idx="84">2.0299999999999998</cx:pt>
          <cx:pt idx="85">1.8500000000000001</cx:pt>
          <cx:pt idx="86">1.6299999999999999</cx:pt>
          <cx:pt idx="87">1.9399999999999999</cx:pt>
          <cx:pt idx="88">1.9399999999999999</cx:pt>
          <cx:pt idx="89">1.74</cx:pt>
          <cx:pt idx="90">1.6499999999999999</cx:pt>
          <cx:pt idx="91">1.3</cx:pt>
          <cx:pt idx="92">1.51</cx:pt>
          <cx:pt idx="93">1.3999999999999999</cx:pt>
          <cx:pt idx="94">1.6299999999999999</cx:pt>
          <cx:pt idx="95">1.8</cx:pt>
          <cx:pt idx="96">1.6699999999999999</cx:pt>
          <cx:pt idx="97">1.3400000000000001</cx:pt>
          <cx:pt idx="98">1.49</cx:pt>
          <cx:pt idx="99">1.75</cx:pt>
          <cx:pt idx="100">1.6200000000000001</cx:pt>
          <cx:pt idx="101">1.8400000000000001</cx:pt>
          <cx:pt idx="102">1.6100000000000001</cx:pt>
          <cx:pt idx="103">1.5700000000000001</cx:pt>
          <cx:pt idx="104">1.78</cx:pt>
          <cx:pt idx="105">1.97</cx:pt>
          <cx:pt idx="106">1.7</cx:pt>
          <cx:pt idx="107">1.4199999999999999</cx:pt>
          <cx:pt idx="108">1.6899999999999999</cx:pt>
          <cx:pt idx="109">1.98</cx:pt>
          <cx:pt idx="110">1.6399999999999999</cx:pt>
          <cx:pt idx="111">1.6799999999999999</cx:pt>
          <cx:pt idx="112">1.76</cx:pt>
          <cx:pt idx="113">1.73</cx:pt>
          <cx:pt idx="114">1.47</cx:pt>
          <cx:pt idx="115">1.9299999999999999</cx:pt>
          <cx:pt idx="116">1.8899999999999999</cx:pt>
          <cx:pt idx="117">1.99</cx:pt>
          <cx:pt idx="118">1.8500000000000001</cx:pt>
          <cx:pt idx="119">1.54</cx:pt>
          <cx:pt idx="120">1.6499999999999999</cx:pt>
          <cx:pt idx="121">1.5700000000000001</cx:pt>
          <cx:pt idx="122">1.53</cx:pt>
          <cx:pt idx="123">1.9099999999999999</cx:pt>
          <cx:pt idx="124">1.6299999999999999</cx:pt>
          <cx:pt idx="125">1.97</cx:pt>
          <cx:pt idx="126">1.6200000000000001</cx:pt>
          <cx:pt idx="127">1.8100000000000001</cx:pt>
          <cx:pt idx="128">1.8799999999999999</cx:pt>
          <cx:pt idx="129">1.74</cx:pt>
          <cx:pt idx="130">1.8500000000000001</cx:pt>
          <cx:pt idx="131">1.5900000000000001</cx:pt>
          <cx:pt idx="132">1.51</cx:pt>
          <cx:pt idx="133">1.48</cx:pt>
          <cx:pt idx="134">1.6599999999999999</cx:pt>
          <cx:pt idx="135">1.9299999999999999</cx:pt>
          <cx:pt idx="136">1.8200000000000001</cx:pt>
          <cx:pt idx="137">1.6200000000000001</cx:pt>
          <cx:pt idx="138">1.75</cx:pt>
          <cx:pt idx="139">2.02</cx:pt>
          <cx:pt idx="140">1.6599999999999999</cx:pt>
          <cx:pt idx="141">1.8799999999999999</cx:pt>
          <cx:pt idx="142">2.0600000000000001</cx:pt>
          <cx:pt idx="143">1.6899999999999999</cx:pt>
          <cx:pt idx="144">1.77</cx:pt>
          <cx:pt idx="145">1.5600000000000001</cx:pt>
          <cx:pt idx="146">1.8100000000000001</cx:pt>
          <cx:pt idx="147">1.77</cx:pt>
          <cx:pt idx="148">1.6299999999999999</cx:pt>
          <cx:pt idx="149">1.5800000000000001</cx:pt>
          <cx:pt idx="150">1.8400000000000001</cx:pt>
          <cx:pt idx="151">1.5900000000000001</cx:pt>
          <cx:pt idx="152">1.6699999999999999</cx:pt>
          <cx:pt idx="153">1.4099999999999999</cx:pt>
          <cx:pt idx="154">1.6200000000000001</cx:pt>
          <cx:pt idx="155">1.6699999999999999</cx:pt>
          <cx:pt idx="156">1.55</cx:pt>
          <cx:pt idx="157">1.79</cx:pt>
          <cx:pt idx="158">1.74</cx:pt>
          <cx:pt idx="159">1.7</cx:pt>
          <cx:pt idx="160">1.5900000000000001</cx:pt>
          <cx:pt idx="161">1.5900000000000001</cx:pt>
          <cx:pt idx="162">1.8700000000000001</cx:pt>
          <cx:pt idx="163">1.48</cx:pt>
          <cx:pt idx="164">1.8600000000000001</cx:pt>
          <cx:pt idx="165">1.79</cx:pt>
          <cx:pt idx="166">1.6699999999999999</cx:pt>
          <cx:pt idx="167">1.6299999999999999</cx:pt>
          <cx:pt idx="168">1.52</cx:pt>
          <cx:pt idx="169">1.9099999999999999</cx:pt>
          <cx:pt idx="170">1.6299999999999999</cx:pt>
          <cx:pt idx="171">1.5600000000000001</cx:pt>
          <cx:pt idx="172">1.3200000000000001</cx:pt>
          <cx:pt idx="173">1.75</cx:pt>
          <cx:pt idx="174">1.77</cx:pt>
          <cx:pt idx="175">1.5</cx:pt>
          <cx:pt idx="176">1.78</cx:pt>
          <cx:pt idx="177">1.52</cx:pt>
          <cx:pt idx="178">1.72</cx:pt>
          <cx:pt idx="179">1.55</cx:pt>
          <cx:pt idx="180">2.0099999999999998</cx:pt>
          <cx:pt idx="181">1.6100000000000001</cx:pt>
          <cx:pt idx="182">1.6499999999999999</cx:pt>
          <cx:pt idx="183">1.72</cx:pt>
          <cx:pt idx="184">1.8200000000000001</cx:pt>
          <cx:pt idx="185">1.74</cx:pt>
          <cx:pt idx="186">1.45</cx:pt>
          <cx:pt idx="187">1.95</cx:pt>
          <cx:pt idx="188">1.4399999999999999</cx:pt>
          <cx:pt idx="189">1.53</cx:pt>
          <cx:pt idx="190">1.5800000000000001</cx:pt>
          <cx:pt idx="191">1.5900000000000001</cx:pt>
          <cx:pt idx="192">1.79</cx:pt>
          <cx:pt idx="193">1.8799999999999999</cx:pt>
          <cx:pt idx="194">1.8400000000000001</cx:pt>
          <cx:pt idx="195">1.73</cx:pt>
          <cx:pt idx="196">1.46</cx:pt>
          <cx:pt idx="197">1.6799999999999999</cx:pt>
          <cx:pt idx="198">2.1000000000000001</cx:pt>
          <cx:pt idx="199">2.0499999999999998</cx:pt>
          <cx:pt idx="200">1.6699999999999999</cx:pt>
          <cx:pt idx="201">1.8899999999999999</cx:pt>
          <cx:pt idx="202">1.6699999999999999</cx:pt>
          <cx:pt idx="203">1.74</cx:pt>
          <cx:pt idx="204">1.5900000000000001</cx:pt>
          <cx:pt idx="205">1.6599999999999999</cx:pt>
          <cx:pt idx="206">1.9199999999999999</cx:pt>
          <cx:pt idx="207">1.9299999999999999</cx:pt>
          <cx:pt idx="208">2.0099999999999998</cx:pt>
          <cx:pt idx="209">1.75</cx:pt>
          <cx:pt idx="210">1.6599999999999999</cx:pt>
          <cx:pt idx="211">1.78</cx:pt>
          <cx:pt idx="212">1.6599999999999999</cx:pt>
          <cx:pt idx="213">2.0899999999999999</cx:pt>
          <cx:pt idx="214">1.8100000000000001</cx:pt>
          <cx:pt idx="215">1.6899999999999999</cx:pt>
          <cx:pt idx="216">1.75</cx:pt>
          <cx:pt idx="217">1.8500000000000001</cx:pt>
          <cx:pt idx="218">1.6699999999999999</cx:pt>
          <cx:pt idx="219">1.6399999999999999</cx:pt>
          <cx:pt idx="220">1.6499999999999999</cx:pt>
          <cx:pt idx="221">1.6699999999999999</cx:pt>
          <cx:pt idx="222">1.6299999999999999</cx:pt>
          <cx:pt idx="223">1.6899999999999999</cx:pt>
          <cx:pt idx="224">1.3899999999999999</cx:pt>
          <cx:pt idx="225">1.8899999999999999</cx:pt>
          <cx:pt idx="226">1.8799999999999999</cx:pt>
          <cx:pt idx="227">1.8200000000000001</cx:pt>
          <cx:pt idx="228">1.78</cx:pt>
          <cx:pt idx="229">1.72</cx:pt>
          <cx:pt idx="230">1.51</cx:pt>
          <cx:pt idx="231">1.74</cx:pt>
          <cx:pt idx="232">1.75</cx:pt>
          <cx:pt idx="233">1.8600000000000001</cx:pt>
          <cx:pt idx="234">1.3600000000000001</cx:pt>
          <cx:pt idx="235">1.8100000000000001</cx:pt>
          <cx:pt idx="236">1.5600000000000001</cx:pt>
          <cx:pt idx="237">1.72</cx:pt>
          <cx:pt idx="238">1.55</cx:pt>
          <cx:pt idx="239">1.6499999999999999</cx:pt>
          <cx:pt idx="240">1.73</cx:pt>
          <cx:pt idx="241">1.71</cx:pt>
          <cx:pt idx="242">1.6899999999999999</cx:pt>
          <cx:pt idx="243">1.5600000000000001</cx:pt>
          <cx:pt idx="244">1.6200000000000001</cx:pt>
          <cx:pt idx="245">1.54</cx:pt>
          <cx:pt idx="246">1.6100000000000001</cx:pt>
          <cx:pt idx="247">1.8500000000000001</cx:pt>
          <cx:pt idx="248">1.8200000000000001</cx:pt>
          <cx:pt idx="249">1.6299999999999999</cx:pt>
          <cx:pt idx="250">1.75</cx:pt>
          <cx:pt idx="251">1.6100000000000001</cx:pt>
          <cx:pt idx="252">1.47</cx:pt>
          <cx:pt idx="253">1.99</cx:pt>
          <cx:pt idx="254">1.74</cx:pt>
          <cx:pt idx="255">1.52</cx:pt>
          <cx:pt idx="256">1.51</cx:pt>
          <cx:pt idx="257">1.8700000000000001</cx:pt>
          <cx:pt idx="258">1.6100000000000001</cx:pt>
          <cx:pt idx="259">1.76</cx:pt>
          <cx:pt idx="260">1.8</cx:pt>
          <cx:pt idx="261">1.8</cx:pt>
          <cx:pt idx="262">1.79</cx:pt>
          <cx:pt idx="263">1.6100000000000001</cx:pt>
          <cx:pt idx="264">1.6399999999999999</cx:pt>
          <cx:pt idx="265">1.6100000000000001</cx:pt>
          <cx:pt idx="266">1.6699999999999999</cx:pt>
          <cx:pt idx="267">1.5900000000000001</cx:pt>
          <cx:pt idx="268">1.49</cx:pt>
          <cx:pt idx="269">1.8799999999999999</cx:pt>
          <cx:pt idx="270">1.77</cx:pt>
          <cx:pt idx="271">1.72</cx:pt>
          <cx:pt idx="272">1.5700000000000001</cx:pt>
          <cx:pt idx="273">1.55</cx:pt>
          <cx:pt idx="274">1.51</cx:pt>
          <cx:pt idx="275">1.6399999999999999</cx:pt>
          <cx:pt idx="276">1.8</cx:pt>
          <cx:pt idx="277">1.8500000000000001</cx:pt>
          <cx:pt idx="278">1.8500000000000001</cx:pt>
          <cx:pt idx="279">1.51</cx:pt>
          <cx:pt idx="280">1.5600000000000001</cx:pt>
          <cx:pt idx="281">1.75</cx:pt>
          <cx:pt idx="282">1.6599999999999999</cx:pt>
          <cx:pt idx="283">1.8899999999999999</cx:pt>
          <cx:pt idx="284">1.6000000000000001</cx:pt>
          <cx:pt idx="285">1.8799999999999999</cx:pt>
          <cx:pt idx="286">1.8200000000000001</cx:pt>
          <cx:pt idx="287">1.6000000000000001</cx:pt>
          <cx:pt idx="288">1.73</cx:pt>
          <cx:pt idx="289">1.6100000000000001</cx:pt>
          <cx:pt idx="290">1.6200000000000001</cx:pt>
          <cx:pt idx="291">1.6799999999999999</cx:pt>
          <cx:pt idx="292">1.5600000000000001</cx:pt>
          <cx:pt idx="293">1.71</cx:pt>
          <cx:pt idx="294">1.9199999999999999</cx:pt>
          <cx:pt idx="295">1.53</cx:pt>
          <cx:pt idx="296">1.5900000000000001</cx:pt>
          <cx:pt idx="297">1.6799999999999999</cx:pt>
          <cx:pt idx="298">1.79</cx:pt>
          <cx:pt idx="299">1.5</cx:pt>
          <cx:pt idx="300">1.74</cx:pt>
          <cx:pt idx="301">1.8799999999999999</cx:pt>
          <cx:pt idx="302">1.5800000000000001</cx:pt>
          <cx:pt idx="303">2.0699999999999998</cx:pt>
          <cx:pt idx="304">1.6299999999999999</cx:pt>
          <cx:pt idx="305">1.7</cx:pt>
          <cx:pt idx="306">1.6200000000000001</cx:pt>
          <cx:pt idx="307">1.8200000000000001</cx:pt>
          <cx:pt idx="308">1.74</cx:pt>
          <cx:pt idx="309">1.46</cx:pt>
          <cx:pt idx="310">1.8600000000000001</cx:pt>
          <cx:pt idx="311">1.6599999999999999</cx:pt>
          <cx:pt idx="312">1.8700000000000001</cx:pt>
          <cx:pt idx="313">1.95</cx:pt>
          <cx:pt idx="314">1.6399999999999999</cx:pt>
          <cx:pt idx="315">1.7</cx:pt>
          <cx:pt idx="316">1.24</cx:pt>
          <cx:pt idx="317">1.8200000000000001</cx:pt>
          <cx:pt idx="318">1.72</cx:pt>
          <cx:pt idx="319">1.55</cx:pt>
          <cx:pt idx="320">1.3999999999999999</cx:pt>
          <cx:pt idx="321">1.6899999999999999</cx:pt>
          <cx:pt idx="322">1.8700000000000001</cx:pt>
          <cx:pt idx="323">1.7</cx:pt>
          <cx:pt idx="324">1.75</cx:pt>
          <cx:pt idx="325">1.47</cx:pt>
          <cx:pt idx="326">1.6200000000000001</cx:pt>
          <cx:pt idx="327">1.79</cx:pt>
          <cx:pt idx="328">1.6799999999999999</cx:pt>
          <cx:pt idx="329">1.9099999999999999</cx:pt>
          <cx:pt idx="330">1.73</cx:pt>
          <cx:pt idx="331">1.76</cx:pt>
          <cx:pt idx="332">1.72</cx:pt>
          <cx:pt idx="333">1.71</cx:pt>
          <cx:pt idx="334">1.73</cx:pt>
          <cx:pt idx="335">1.4299999999999999</cx:pt>
          <cx:pt idx="336">1.6899999999999999</cx:pt>
          <cx:pt idx="337">1.6299999999999999</cx:pt>
          <cx:pt idx="338">1.6599999999999999</cx:pt>
          <cx:pt idx="339">1.4099999999999999</cx:pt>
          <cx:pt idx="340">1.77</cx:pt>
          <cx:pt idx="341">1.8600000000000001</cx:pt>
          <cx:pt idx="342">1.6299999999999999</cx:pt>
          <cx:pt idx="343">1.8500000000000001</cx:pt>
          <cx:pt idx="344">1.8400000000000001</cx:pt>
          <cx:pt idx="345">1.76</cx:pt>
          <cx:pt idx="346">1.71</cx:pt>
          <cx:pt idx="347">1.5700000000000001</cx:pt>
          <cx:pt idx="348">1.8100000000000001</cx:pt>
          <cx:pt idx="349">1.8500000000000001</cx:pt>
          <cx:pt idx="350">1.8899999999999999</cx:pt>
          <cx:pt idx="351">1.6899999999999999</cx:pt>
          <cx:pt idx="352">1.75</cx:pt>
          <cx:pt idx="353">1.9099999999999999</cx:pt>
          <cx:pt idx="354">1.5800000000000001</cx:pt>
          <cx:pt idx="355">1.6799999999999999</cx:pt>
          <cx:pt idx="356">1.3799999999999999</cx:pt>
          <cx:pt idx="357">1.5800000000000001</cx:pt>
          <cx:pt idx="358">1.8200000000000001</cx:pt>
          <cx:pt idx="359">1.6899999999999999</cx:pt>
          <cx:pt idx="360">1.72</cx:pt>
          <cx:pt idx="361">1.5800000000000001</cx:pt>
          <cx:pt idx="362">1.71</cx:pt>
          <cx:pt idx="363">1.6000000000000001</cx:pt>
          <cx:pt idx="364">1.95</cx:pt>
          <cx:pt idx="365">1.71</cx:pt>
          <cx:pt idx="366">1.8200000000000001</cx:pt>
          <cx:pt idx="367">1.71</cx:pt>
          <cx:pt idx="368">1.8899999999999999</cx:pt>
          <cx:pt idx="369">1.8300000000000001</cx:pt>
          <cx:pt idx="370">1.95</cx:pt>
          <cx:pt idx="371">1.3200000000000001</cx:pt>
          <cx:pt idx="372">1.6899999999999999</cx:pt>
          <cx:pt idx="373">1.7</cx:pt>
          <cx:pt idx="374">1.71</cx:pt>
          <cx:pt idx="375">1.8</cx:pt>
          <cx:pt idx="376">1.6200000000000001</cx:pt>
          <cx:pt idx="377">1.8799999999999999</cx:pt>
          <cx:pt idx="378">1.71</cx:pt>
          <cx:pt idx="379">1.8300000000000001</cx:pt>
          <cx:pt idx="380">1.3700000000000001</cx:pt>
          <cx:pt idx="381">1.4099999999999999</cx:pt>
          <cx:pt idx="382">1.6799999999999999</cx:pt>
          <cx:pt idx="383">1.4299999999999999</cx:pt>
          <cx:pt idx="384">1.6299999999999999</cx:pt>
          <cx:pt idx="385">1.8</cx:pt>
          <cx:pt idx="386">2.02</cx:pt>
          <cx:pt idx="387">1.79</cx:pt>
          <cx:pt idx="388">1.6399999999999999</cx:pt>
          <cx:pt idx="389">1.6899999999999999</cx:pt>
          <cx:pt idx="390">1.77</cx:pt>
          <cx:pt idx="391">1.6699999999999999</cx:pt>
          <cx:pt idx="392">1.7</cx:pt>
          <cx:pt idx="393">1.8400000000000001</cx:pt>
          <cx:pt idx="394">1.51</cx:pt>
          <cx:pt idx="395">1.8400000000000001</cx:pt>
          <cx:pt idx="396">1.6299999999999999</cx:pt>
          <cx:pt idx="397">1.6699999999999999</cx:pt>
          <cx:pt idx="398">1.8600000000000001</cx:pt>
          <cx:pt idx="399">1.74</cx:pt>
          <cx:pt idx="400">1.6699999999999999</cx:pt>
          <cx:pt idx="401">1.8999999999999999</cx:pt>
          <cx:pt idx="402">1.6000000000000001</cx:pt>
          <cx:pt idx="403">1.75</cx:pt>
          <cx:pt idx="404">1.55</cx:pt>
          <cx:pt idx="405">1.8600000000000001</cx:pt>
          <cx:pt idx="406">1.6200000000000001</cx:pt>
          <cx:pt idx="407">1.6899999999999999</cx:pt>
          <cx:pt idx="408">1.6899999999999999</cx:pt>
          <cx:pt idx="409">1.45</cx:pt>
          <cx:pt idx="410">1.79</cx:pt>
          <cx:pt idx="411">1.77</cx:pt>
          <cx:pt idx="412">1.52</cx:pt>
          <cx:pt idx="413">1.5800000000000001</cx:pt>
          <cx:pt idx="414">1.8700000000000001</cx:pt>
          <cx:pt idx="415">1.73</cx:pt>
          <cx:pt idx="416">1.51</cx:pt>
          <cx:pt idx="417">1.6299999999999999</cx:pt>
          <cx:pt idx="418">1.73</cx:pt>
          <cx:pt idx="419">1.5700000000000001</cx:pt>
          <cx:pt idx="420">1.49</cx:pt>
          <cx:pt idx="421">1.8400000000000001</cx:pt>
          <cx:pt idx="422">1.8100000000000001</cx:pt>
          <cx:pt idx="423">1.53</cx:pt>
          <cx:pt idx="424">1.9399999999999999</cx:pt>
          <cx:pt idx="425">1.6599999999999999</cx:pt>
          <cx:pt idx="426">1.74</cx:pt>
          <cx:pt idx="427">1.6100000000000001</cx:pt>
          <cx:pt idx="428">1.6200000000000001</cx:pt>
          <cx:pt idx="429">1.6799999999999999</cx:pt>
          <cx:pt idx="430">1.8700000000000001</cx:pt>
          <cx:pt idx="431">1.6499999999999999</cx:pt>
          <cx:pt idx="432">1.74</cx:pt>
          <cx:pt idx="433">1.53</cx:pt>
          <cx:pt idx="434">1.8899999999999999</cx:pt>
          <cx:pt idx="435">1.3899999999999999</cx:pt>
          <cx:pt idx="436">1.6899999999999999</cx:pt>
          <cx:pt idx="437">1.5600000000000001</cx:pt>
          <cx:pt idx="438">1.8400000000000001</cx:pt>
          <cx:pt idx="439">1.5700000000000001</cx:pt>
          <cx:pt idx="440">1.76</cx:pt>
          <cx:pt idx="441">1.6100000000000001</cx:pt>
          <cx:pt idx="442">1.48</cx:pt>
          <cx:pt idx="443">1.9199999999999999</cx:pt>
          <cx:pt idx="444">1.8</cx:pt>
          <cx:pt idx="445">1.78</cx:pt>
          <cx:pt idx="446">1.51</cx:pt>
          <cx:pt idx="447">1.8899999999999999</cx:pt>
          <cx:pt idx="448">1.6699999999999999</cx:pt>
          <cx:pt idx="449">1.6499999999999999</cx:pt>
          <cx:pt idx="450">1.8999999999999999</cx:pt>
          <cx:pt idx="451">1.5800000000000001</cx:pt>
          <cx:pt idx="452">1.6699999999999999</cx:pt>
          <cx:pt idx="453">1.49</cx:pt>
          <cx:pt idx="454">1.6399999999999999</cx:pt>
          <cx:pt idx="455">1.5800000000000001</cx:pt>
          <cx:pt idx="456">1.6399999999999999</cx:pt>
          <cx:pt idx="457">1.8700000000000001</cx:pt>
          <cx:pt idx="458">1.8200000000000001</cx:pt>
          <cx:pt idx="459">1.74</cx:pt>
          <cx:pt idx="460">1.48</cx:pt>
          <cx:pt idx="461">1.4299999999999999</cx:pt>
          <cx:pt idx="462">1.6399999999999999</cx:pt>
          <cx:pt idx="463">1.8700000000000001</cx:pt>
          <cx:pt idx="464">2.02</cx:pt>
          <cx:pt idx="465">1.4399999999999999</cx:pt>
          <cx:pt idx="466">1.8200000000000001</cx:pt>
          <cx:pt idx="467">1.6100000000000001</cx:pt>
          <cx:pt idx="468">1.5600000000000001</cx:pt>
          <cx:pt idx="469">1.6799999999999999</cx:pt>
          <cx:pt idx="470">1.78</cx:pt>
          <cx:pt idx="471">1.77</cx:pt>
          <cx:pt idx="472">1.52</cx:pt>
          <cx:pt idx="473">1.74</cx:pt>
          <cx:pt idx="474">1.75</cx:pt>
          <cx:pt idx="475">1.8600000000000001</cx:pt>
          <cx:pt idx="476">1.79</cx:pt>
          <cx:pt idx="477">1.46</cx:pt>
          <cx:pt idx="478">1.6299999999999999</cx:pt>
          <cx:pt idx="479">1.52</cx:pt>
          <cx:pt idx="480">1.6299999999999999</cx:pt>
          <cx:pt idx="481">1.72</cx:pt>
          <cx:pt idx="482">1.74</cx:pt>
          <cx:pt idx="483">1.6599999999999999</cx:pt>
          <cx:pt idx="484">1.72</cx:pt>
          <cx:pt idx="485">1.5600000000000001</cx:pt>
          <cx:pt idx="486">1.74</cx:pt>
          <cx:pt idx="487">1.74</cx:pt>
          <cx:pt idx="488">1.5800000000000001</cx:pt>
          <cx:pt idx="489">1.6899999999999999</cx:pt>
          <cx:pt idx="490">1.6799999999999999</cx:pt>
          <cx:pt idx="491">1.8300000000000001</cx:pt>
          <cx:pt idx="492">1.8899999999999999</cx:pt>
          <cx:pt idx="493">1.6799999999999999</cx:pt>
          <cx:pt idx="494">1.98</cx:pt>
          <cx:pt idx="495">1.53</cx:pt>
          <cx:pt idx="496">1.95</cx:pt>
          <cx:pt idx="497">1.46</cx:pt>
          <cx:pt idx="498">1.6799999999999999</cx:pt>
        </cx:lvl>
      </cx:numDim>
    </cx:data>
  </cx:chartData>
  <cx:chart>
    <cx:title pos="t" align="ctr" overlay="0">
      <cx:tx>
        <cx:txData>
          <cx:v>Altura de la población A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 sz="800"/>
          </a:pPr>
          <a:r>
            <a:rPr lang="en-US" sz="800" b="0" i="0" u="none" strike="noStrike" baseline="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/>
            </a:rPr>
            <a:t>Altura de la población A</a:t>
          </a:r>
        </a:p>
      </cx:txPr>
    </cx:title>
    <cx:plotArea>
      <cx:plotAreaRegion>
        <cx:series layoutId="clusteredColumn" uniqueId="{C8223F10-4E9E-854E-A47F-BE6D3E8D3BCF}">
          <cx:tx>
            <cx:txData>
              <cx:f>Sheet1!$A$1</cx:f>
              <cx:v>Series1</cx:v>
            </cx:txData>
          </cx:tx>
          <cx:spPr>
            <a:solidFill>
              <a:schemeClr val="bg2">
                <a:lumMod val="25000"/>
              </a:schemeClr>
            </a:solidFill>
          </cx:spPr>
          <cx:dataPt idx="10"/>
          <cx:dataPt idx="13"/>
          <cx:dataId val="0"/>
          <cx:layoutPr>
            <cx:binning intervalClosed="r">
              <cx:binSize val="0.068000000000000019"/>
            </cx:binning>
          </cx:layoutPr>
        </cx:series>
      </cx:plotAreaRegion>
      <cx:axis id="0" hidden="1">
        <cx:catScaling gapWidth="0"/>
        <cx:tickLabels/>
        <cx:numFmt formatCode="#,##0.0" sourceLinked="0"/>
        <cx:txPr>
          <a:bodyPr vertOverflow="overflow" horzOverflow="overflow" wrap="square" lIns="0" tIns="0" rIns="0" bIns="0"/>
          <a:lstStyle/>
          <a:p>
            <a:pPr algn="ctr" rtl="0">
              <a:defRPr sz="500" b="0" i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MX" sz="500"/>
          </a:p>
        </cx:txPr>
      </cx:axis>
      <cx:axis id="1" hidden="1">
        <cx:valScaling/>
        <cx:tickLabels/>
        <cx:txPr>
          <a:bodyPr vertOverflow="overflow" horzOverflow="overflow" wrap="square" lIns="0" tIns="0" rIns="0" bIns="0"/>
          <a:lstStyle/>
          <a:p>
            <a:pPr algn="ctr" rtl="0">
              <a:defRPr sz="800" b="0" i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MX" sz="800"/>
          </a:p>
        </cx:txPr>
      </cx:axis>
    </cx:plotArea>
  </cx:chart>
</cx:chartSpace>
</file>

<file path=ppt/charts/chartEx5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Sheet1!$A$2:$A$500</cx:f>
        <cx:lvl ptCount="499" formatCode="0.00">
          <cx:pt idx="0">1.6599999999999999</cx:pt>
          <cx:pt idx="1">1.6299999999999999</cx:pt>
          <cx:pt idx="2">1.6599999999999999</cx:pt>
          <cx:pt idx="3">1.74</cx:pt>
          <cx:pt idx="4">1.8700000000000001</cx:pt>
          <cx:pt idx="5">1.6200000000000001</cx:pt>
          <cx:pt idx="6">1.46</cx:pt>
          <cx:pt idx="7">1.8100000000000001</cx:pt>
          <cx:pt idx="8">1.6499999999999999</cx:pt>
          <cx:pt idx="9">1.6599999999999999</cx:pt>
          <cx:pt idx="10">1.8200000000000001</cx:pt>
          <cx:pt idx="11">1.6299999999999999</cx:pt>
          <cx:pt idx="12">1.53</cx:pt>
          <cx:pt idx="13">1.8300000000000001</cx:pt>
          <cx:pt idx="14">1.6599999999999999</cx:pt>
          <cx:pt idx="15">1.77</cx:pt>
          <cx:pt idx="16">1.8500000000000001</cx:pt>
          <cx:pt idx="17">1.6499999999999999</cx:pt>
          <cx:pt idx="18">1.5800000000000001</cx:pt>
          <cx:pt idx="19">1.73</cx:pt>
          <cx:pt idx="20">1.71</cx:pt>
          <cx:pt idx="21">1.8899999999999999</cx:pt>
          <cx:pt idx="22">1.74</cx:pt>
          <cx:pt idx="23">1.55</cx:pt>
          <cx:pt idx="24">1.74</cx:pt>
          <cx:pt idx="25">1.76</cx:pt>
          <cx:pt idx="26">1.6299999999999999</cx:pt>
          <cx:pt idx="27">1.8500000000000001</cx:pt>
          <cx:pt idx="28">1.3600000000000001</cx:pt>
          <cx:pt idx="29">1.6399999999999999</cx:pt>
          <cx:pt idx="30">1.54</cx:pt>
          <cx:pt idx="31">2.1899999999999999</cx:pt>
          <cx:pt idx="32">1.5900000000000001</cx:pt>
          <cx:pt idx="33">1.97</cx:pt>
          <cx:pt idx="34">1.7</cx:pt>
          <cx:pt idx="35">1.8700000000000001</cx:pt>
          <cx:pt idx="36">1.9399999999999999</cx:pt>
          <cx:pt idx="37">1.53</cx:pt>
          <cx:pt idx="38">1.5700000000000001</cx:pt>
          <cx:pt idx="39">1.6499999999999999</cx:pt>
          <cx:pt idx="40">1.79</cx:pt>
          <cx:pt idx="41">2.02</cx:pt>
          <cx:pt idx="42">1.6499999999999999</cx:pt>
          <cx:pt idx="43">1.77</cx:pt>
          <cx:pt idx="44">1.5700000000000001</cx:pt>
          <cx:pt idx="45">1.9199999999999999</cx:pt>
          <cx:pt idx="46">1.6899999999999999</cx:pt>
          <cx:pt idx="47">1.72</cx:pt>
          <cx:pt idx="48">1.72</cx:pt>
          <cx:pt idx="49">1.79</cx:pt>
          <cx:pt idx="50">1.6299999999999999</cx:pt>
          <cx:pt idx="51">1.52</cx:pt>
          <cx:pt idx="52">1.78</cx:pt>
          <cx:pt idx="53">1.97</cx:pt>
          <cx:pt idx="54">1.6299999999999999</cx:pt>
          <cx:pt idx="55">1.9099999999999999</cx:pt>
          <cx:pt idx="56">1.78</cx:pt>
          <cx:pt idx="57">1.6399999999999999</cx:pt>
          <cx:pt idx="58">1.46</cx:pt>
          <cx:pt idx="59">1.75</cx:pt>
          <cx:pt idx="60">1.5700000000000001</cx:pt>
          <cx:pt idx="61">1.95</cx:pt>
          <cx:pt idx="62">1.6000000000000001</cx:pt>
          <cx:pt idx="63">1.5700000000000001</cx:pt>
          <cx:pt idx="64">1.6200000000000001</cx:pt>
          <cx:pt idx="65">1.8300000000000001</cx:pt>
          <cx:pt idx="66">1.47</cx:pt>
          <cx:pt idx="67">1.8600000000000001</cx:pt>
          <cx:pt idx="68">1.4399999999999999</cx:pt>
          <cx:pt idx="69">1.8700000000000001</cx:pt>
          <cx:pt idx="70">1.5</cx:pt>
          <cx:pt idx="71">1.9399999999999999</cx:pt>
          <cx:pt idx="72">1.8999999999999999</cx:pt>
          <cx:pt idx="73">1.78</cx:pt>
          <cx:pt idx="74">1.8500000000000001</cx:pt>
          <cx:pt idx="75">2.04</cx:pt>
          <cx:pt idx="76">1.77</cx:pt>
          <cx:pt idx="77">1.5900000000000001</cx:pt>
          <cx:pt idx="78">1.53</cx:pt>
          <cx:pt idx="79">2.1000000000000001</cx:pt>
          <cx:pt idx="80">1.79</cx:pt>
          <cx:pt idx="81">1.71</cx:pt>
          <cx:pt idx="82">1.6499999999999999</cx:pt>
          <cx:pt idx="83">1.76</cx:pt>
          <cx:pt idx="84">2.0299999999999998</cx:pt>
          <cx:pt idx="85">1.8500000000000001</cx:pt>
          <cx:pt idx="86">1.6299999999999999</cx:pt>
          <cx:pt idx="87">1.9399999999999999</cx:pt>
          <cx:pt idx="88">1.9399999999999999</cx:pt>
          <cx:pt idx="89">1.74</cx:pt>
          <cx:pt idx="90">1.6499999999999999</cx:pt>
          <cx:pt idx="91">1.3</cx:pt>
          <cx:pt idx="92">1.51</cx:pt>
          <cx:pt idx="93">1.3999999999999999</cx:pt>
          <cx:pt idx="94">1.6299999999999999</cx:pt>
          <cx:pt idx="95">1.8</cx:pt>
          <cx:pt idx="96">1.6699999999999999</cx:pt>
          <cx:pt idx="97">1.3400000000000001</cx:pt>
          <cx:pt idx="98">1.49</cx:pt>
          <cx:pt idx="99">1.75</cx:pt>
          <cx:pt idx="100">1.6200000000000001</cx:pt>
          <cx:pt idx="101">1.8400000000000001</cx:pt>
          <cx:pt idx="102">1.6100000000000001</cx:pt>
          <cx:pt idx="103">1.5700000000000001</cx:pt>
          <cx:pt idx="104">1.78</cx:pt>
          <cx:pt idx="105">1.97</cx:pt>
          <cx:pt idx="106">1.7</cx:pt>
          <cx:pt idx="107">1.4199999999999999</cx:pt>
          <cx:pt idx="108">1.6899999999999999</cx:pt>
          <cx:pt idx="109">1.98</cx:pt>
          <cx:pt idx="110">1.6399999999999999</cx:pt>
          <cx:pt idx="111">1.6799999999999999</cx:pt>
          <cx:pt idx="112">1.76</cx:pt>
          <cx:pt idx="113">1.73</cx:pt>
          <cx:pt idx="114">1.47</cx:pt>
          <cx:pt idx="115">1.9299999999999999</cx:pt>
          <cx:pt idx="116">1.8899999999999999</cx:pt>
          <cx:pt idx="117">1.99</cx:pt>
          <cx:pt idx="118">1.8500000000000001</cx:pt>
          <cx:pt idx="119">1.54</cx:pt>
          <cx:pt idx="120">1.6499999999999999</cx:pt>
          <cx:pt idx="121">1.5700000000000001</cx:pt>
          <cx:pt idx="122">1.53</cx:pt>
          <cx:pt idx="123">1.9099999999999999</cx:pt>
          <cx:pt idx="124">1.6299999999999999</cx:pt>
          <cx:pt idx="125">1.97</cx:pt>
          <cx:pt idx="126">1.6200000000000001</cx:pt>
          <cx:pt idx="127">1.8100000000000001</cx:pt>
          <cx:pt idx="128">1.8799999999999999</cx:pt>
          <cx:pt idx="129">1.74</cx:pt>
          <cx:pt idx="130">1.8500000000000001</cx:pt>
          <cx:pt idx="131">1.5900000000000001</cx:pt>
          <cx:pt idx="132">1.51</cx:pt>
          <cx:pt idx="133">1.48</cx:pt>
          <cx:pt idx="134">1.6599999999999999</cx:pt>
          <cx:pt idx="135">1.9299999999999999</cx:pt>
          <cx:pt idx="136">1.8200000000000001</cx:pt>
          <cx:pt idx="137">1.6200000000000001</cx:pt>
          <cx:pt idx="138">1.75</cx:pt>
          <cx:pt idx="139">2.02</cx:pt>
          <cx:pt idx="140">1.6599999999999999</cx:pt>
          <cx:pt idx="141">1.8799999999999999</cx:pt>
          <cx:pt idx="142">2.0600000000000001</cx:pt>
          <cx:pt idx="143">1.6899999999999999</cx:pt>
          <cx:pt idx="144">1.77</cx:pt>
          <cx:pt idx="145">1.5600000000000001</cx:pt>
          <cx:pt idx="146">1.8100000000000001</cx:pt>
          <cx:pt idx="147">1.77</cx:pt>
          <cx:pt idx="148">1.6299999999999999</cx:pt>
          <cx:pt idx="149">1.5800000000000001</cx:pt>
          <cx:pt idx="150">1.8400000000000001</cx:pt>
          <cx:pt idx="151">1.5900000000000001</cx:pt>
          <cx:pt idx="152">1.6699999999999999</cx:pt>
          <cx:pt idx="153">1.4099999999999999</cx:pt>
          <cx:pt idx="154">1.6200000000000001</cx:pt>
          <cx:pt idx="155">1.6699999999999999</cx:pt>
          <cx:pt idx="156">1.55</cx:pt>
          <cx:pt idx="157">1.79</cx:pt>
          <cx:pt idx="158">1.74</cx:pt>
          <cx:pt idx="159">1.7</cx:pt>
          <cx:pt idx="160">1.5900000000000001</cx:pt>
          <cx:pt idx="161">1.5900000000000001</cx:pt>
          <cx:pt idx="162">1.8700000000000001</cx:pt>
          <cx:pt idx="163">1.48</cx:pt>
          <cx:pt idx="164">1.8600000000000001</cx:pt>
          <cx:pt idx="165">1.79</cx:pt>
          <cx:pt idx="166">1.6699999999999999</cx:pt>
          <cx:pt idx="167">1.6299999999999999</cx:pt>
          <cx:pt idx="168">1.52</cx:pt>
          <cx:pt idx="169">1.9099999999999999</cx:pt>
          <cx:pt idx="170">1.6299999999999999</cx:pt>
          <cx:pt idx="171">1.5600000000000001</cx:pt>
          <cx:pt idx="172">1.3200000000000001</cx:pt>
          <cx:pt idx="173">1.75</cx:pt>
          <cx:pt idx="174">1.77</cx:pt>
          <cx:pt idx="175">1.5</cx:pt>
          <cx:pt idx="176">1.78</cx:pt>
          <cx:pt idx="177">1.52</cx:pt>
          <cx:pt idx="178">1.72</cx:pt>
          <cx:pt idx="179">1.55</cx:pt>
          <cx:pt idx="180">2.0099999999999998</cx:pt>
          <cx:pt idx="181">1.6100000000000001</cx:pt>
          <cx:pt idx="182">1.6499999999999999</cx:pt>
          <cx:pt idx="183">1.72</cx:pt>
          <cx:pt idx="184">1.8200000000000001</cx:pt>
          <cx:pt idx="185">1.74</cx:pt>
          <cx:pt idx="186">1.45</cx:pt>
          <cx:pt idx="187">1.95</cx:pt>
          <cx:pt idx="188">1.4399999999999999</cx:pt>
          <cx:pt idx="189">1.53</cx:pt>
          <cx:pt idx="190">1.5800000000000001</cx:pt>
          <cx:pt idx="191">1.5900000000000001</cx:pt>
          <cx:pt idx="192">1.79</cx:pt>
          <cx:pt idx="193">1.8799999999999999</cx:pt>
          <cx:pt idx="194">1.8400000000000001</cx:pt>
          <cx:pt idx="195">1.73</cx:pt>
          <cx:pt idx="196">1.46</cx:pt>
          <cx:pt idx="197">1.6799999999999999</cx:pt>
          <cx:pt idx="198">2.1000000000000001</cx:pt>
          <cx:pt idx="199">2.0499999999999998</cx:pt>
          <cx:pt idx="200">1.6699999999999999</cx:pt>
          <cx:pt idx="201">1.8899999999999999</cx:pt>
          <cx:pt idx="202">1.6699999999999999</cx:pt>
          <cx:pt idx="203">1.74</cx:pt>
          <cx:pt idx="204">1.5900000000000001</cx:pt>
          <cx:pt idx="205">1.6599999999999999</cx:pt>
          <cx:pt idx="206">1.9199999999999999</cx:pt>
          <cx:pt idx="207">1.9299999999999999</cx:pt>
          <cx:pt idx="208">2.0099999999999998</cx:pt>
          <cx:pt idx="209">1.75</cx:pt>
          <cx:pt idx="210">1.6599999999999999</cx:pt>
          <cx:pt idx="211">1.78</cx:pt>
          <cx:pt idx="212">1.6599999999999999</cx:pt>
          <cx:pt idx="213">2.0899999999999999</cx:pt>
          <cx:pt idx="214">1.8100000000000001</cx:pt>
          <cx:pt idx="215">1.6899999999999999</cx:pt>
          <cx:pt idx="216">1.75</cx:pt>
          <cx:pt idx="217">1.8500000000000001</cx:pt>
          <cx:pt idx="218">1.6699999999999999</cx:pt>
          <cx:pt idx="219">1.6399999999999999</cx:pt>
          <cx:pt idx="220">1.6499999999999999</cx:pt>
          <cx:pt idx="221">1.6699999999999999</cx:pt>
          <cx:pt idx="222">1.6299999999999999</cx:pt>
          <cx:pt idx="223">1.6899999999999999</cx:pt>
          <cx:pt idx="224">1.3899999999999999</cx:pt>
          <cx:pt idx="225">1.8899999999999999</cx:pt>
          <cx:pt idx="226">1.8799999999999999</cx:pt>
          <cx:pt idx="227">1.8200000000000001</cx:pt>
          <cx:pt idx="228">1.78</cx:pt>
          <cx:pt idx="229">1.72</cx:pt>
          <cx:pt idx="230">1.51</cx:pt>
          <cx:pt idx="231">1.74</cx:pt>
          <cx:pt idx="232">1.75</cx:pt>
          <cx:pt idx="233">1.8600000000000001</cx:pt>
          <cx:pt idx="234">1.3600000000000001</cx:pt>
          <cx:pt idx="235">1.8100000000000001</cx:pt>
          <cx:pt idx="236">1.5600000000000001</cx:pt>
          <cx:pt idx="237">1.72</cx:pt>
          <cx:pt idx="238">1.55</cx:pt>
          <cx:pt idx="239">1.6499999999999999</cx:pt>
          <cx:pt idx="240">1.73</cx:pt>
          <cx:pt idx="241">1.71</cx:pt>
          <cx:pt idx="242">1.6899999999999999</cx:pt>
          <cx:pt idx="243">1.5600000000000001</cx:pt>
          <cx:pt idx="244">1.6200000000000001</cx:pt>
          <cx:pt idx="245">1.54</cx:pt>
          <cx:pt idx="246">1.6100000000000001</cx:pt>
          <cx:pt idx="247">1.8500000000000001</cx:pt>
          <cx:pt idx="248">1.8200000000000001</cx:pt>
          <cx:pt idx="249">1.6299999999999999</cx:pt>
          <cx:pt idx="250">1.75</cx:pt>
          <cx:pt idx="251">1.6100000000000001</cx:pt>
          <cx:pt idx="252">1.47</cx:pt>
          <cx:pt idx="253">1.99</cx:pt>
          <cx:pt idx="254">1.74</cx:pt>
          <cx:pt idx="255">1.52</cx:pt>
          <cx:pt idx="256">1.51</cx:pt>
          <cx:pt idx="257">1.8700000000000001</cx:pt>
          <cx:pt idx="258">1.6100000000000001</cx:pt>
          <cx:pt idx="259">1.76</cx:pt>
          <cx:pt idx="260">1.8</cx:pt>
          <cx:pt idx="261">1.8</cx:pt>
          <cx:pt idx="262">1.79</cx:pt>
          <cx:pt idx="263">1.6100000000000001</cx:pt>
          <cx:pt idx="264">1.6399999999999999</cx:pt>
          <cx:pt idx="265">1.6100000000000001</cx:pt>
          <cx:pt idx="266">1.6699999999999999</cx:pt>
          <cx:pt idx="267">1.5900000000000001</cx:pt>
          <cx:pt idx="268">1.49</cx:pt>
          <cx:pt idx="269">1.8799999999999999</cx:pt>
          <cx:pt idx="270">1.77</cx:pt>
          <cx:pt idx="271">1.72</cx:pt>
          <cx:pt idx="272">1.5700000000000001</cx:pt>
          <cx:pt idx="273">1.55</cx:pt>
          <cx:pt idx="274">1.51</cx:pt>
          <cx:pt idx="275">1.6399999999999999</cx:pt>
          <cx:pt idx="276">1.8</cx:pt>
          <cx:pt idx="277">1.8500000000000001</cx:pt>
          <cx:pt idx="278">1.8500000000000001</cx:pt>
          <cx:pt idx="279">1.51</cx:pt>
          <cx:pt idx="280">1.5600000000000001</cx:pt>
          <cx:pt idx="281">1.75</cx:pt>
          <cx:pt idx="282">1.6599999999999999</cx:pt>
          <cx:pt idx="283">1.8899999999999999</cx:pt>
          <cx:pt idx="284">1.6000000000000001</cx:pt>
          <cx:pt idx="285">1.8799999999999999</cx:pt>
          <cx:pt idx="286">1.8200000000000001</cx:pt>
          <cx:pt idx="287">1.6000000000000001</cx:pt>
          <cx:pt idx="288">1.73</cx:pt>
          <cx:pt idx="289">1.6100000000000001</cx:pt>
          <cx:pt idx="290">1.6200000000000001</cx:pt>
          <cx:pt idx="291">1.6799999999999999</cx:pt>
          <cx:pt idx="292">1.5600000000000001</cx:pt>
          <cx:pt idx="293">1.71</cx:pt>
          <cx:pt idx="294">1.9199999999999999</cx:pt>
          <cx:pt idx="295">1.53</cx:pt>
          <cx:pt idx="296">1.5900000000000001</cx:pt>
          <cx:pt idx="297">1.6799999999999999</cx:pt>
          <cx:pt idx="298">1.79</cx:pt>
          <cx:pt idx="299">1.5</cx:pt>
          <cx:pt idx="300">1.74</cx:pt>
          <cx:pt idx="301">1.8799999999999999</cx:pt>
          <cx:pt idx="302">1.5800000000000001</cx:pt>
          <cx:pt idx="303">2.0699999999999998</cx:pt>
          <cx:pt idx="304">1.6299999999999999</cx:pt>
          <cx:pt idx="305">1.7</cx:pt>
          <cx:pt idx="306">1.6200000000000001</cx:pt>
          <cx:pt idx="307">1.8200000000000001</cx:pt>
          <cx:pt idx="308">1.74</cx:pt>
          <cx:pt idx="309">1.46</cx:pt>
          <cx:pt idx="310">1.8600000000000001</cx:pt>
          <cx:pt idx="311">1.6599999999999999</cx:pt>
          <cx:pt idx="312">1.8700000000000001</cx:pt>
          <cx:pt idx="313">1.95</cx:pt>
          <cx:pt idx="314">1.6399999999999999</cx:pt>
          <cx:pt idx="315">1.7</cx:pt>
          <cx:pt idx="316">1.24</cx:pt>
          <cx:pt idx="317">1.8200000000000001</cx:pt>
          <cx:pt idx="318">1.72</cx:pt>
          <cx:pt idx="319">1.55</cx:pt>
          <cx:pt idx="320">1.3999999999999999</cx:pt>
          <cx:pt idx="321">1.6899999999999999</cx:pt>
          <cx:pt idx="322">1.8700000000000001</cx:pt>
          <cx:pt idx="323">1.7</cx:pt>
          <cx:pt idx="324">1.75</cx:pt>
          <cx:pt idx="325">1.47</cx:pt>
          <cx:pt idx="326">1.6200000000000001</cx:pt>
          <cx:pt idx="327">1.79</cx:pt>
          <cx:pt idx="328">1.6799999999999999</cx:pt>
          <cx:pt idx="329">1.9099999999999999</cx:pt>
          <cx:pt idx="330">1.73</cx:pt>
          <cx:pt idx="331">1.76</cx:pt>
          <cx:pt idx="332">1.72</cx:pt>
          <cx:pt idx="333">1.71</cx:pt>
          <cx:pt idx="334">1.73</cx:pt>
          <cx:pt idx="335">1.4299999999999999</cx:pt>
          <cx:pt idx="336">1.6899999999999999</cx:pt>
          <cx:pt idx="337">1.6299999999999999</cx:pt>
          <cx:pt idx="338">1.6599999999999999</cx:pt>
          <cx:pt idx="339">1.4099999999999999</cx:pt>
          <cx:pt idx="340">1.77</cx:pt>
          <cx:pt idx="341">1.8600000000000001</cx:pt>
          <cx:pt idx="342">1.6299999999999999</cx:pt>
          <cx:pt idx="343">1.8500000000000001</cx:pt>
          <cx:pt idx="344">1.8400000000000001</cx:pt>
          <cx:pt idx="345">1.76</cx:pt>
          <cx:pt idx="346">1.71</cx:pt>
          <cx:pt idx="347">1.5700000000000001</cx:pt>
          <cx:pt idx="348">1.8100000000000001</cx:pt>
          <cx:pt idx="349">1.8500000000000001</cx:pt>
          <cx:pt idx="350">1.8899999999999999</cx:pt>
          <cx:pt idx="351">1.6899999999999999</cx:pt>
          <cx:pt idx="352">1.75</cx:pt>
          <cx:pt idx="353">1.9099999999999999</cx:pt>
          <cx:pt idx="354">1.5800000000000001</cx:pt>
          <cx:pt idx="355">1.6799999999999999</cx:pt>
          <cx:pt idx="356">1.3799999999999999</cx:pt>
          <cx:pt idx="357">1.5800000000000001</cx:pt>
          <cx:pt idx="358">1.8200000000000001</cx:pt>
          <cx:pt idx="359">1.6899999999999999</cx:pt>
          <cx:pt idx="360">1.72</cx:pt>
          <cx:pt idx="361">1.5800000000000001</cx:pt>
          <cx:pt idx="362">1.71</cx:pt>
          <cx:pt idx="363">1.6000000000000001</cx:pt>
          <cx:pt idx="364">1.95</cx:pt>
          <cx:pt idx="365">1.71</cx:pt>
          <cx:pt idx="366">1.8200000000000001</cx:pt>
          <cx:pt idx="367">1.71</cx:pt>
          <cx:pt idx="368">1.8899999999999999</cx:pt>
          <cx:pt idx="369">1.8300000000000001</cx:pt>
          <cx:pt idx="370">1.95</cx:pt>
          <cx:pt idx="371">1.3200000000000001</cx:pt>
          <cx:pt idx="372">1.6899999999999999</cx:pt>
          <cx:pt idx="373">1.7</cx:pt>
          <cx:pt idx="374">1.71</cx:pt>
          <cx:pt idx="375">1.8</cx:pt>
          <cx:pt idx="376">1.6200000000000001</cx:pt>
          <cx:pt idx="377">1.8799999999999999</cx:pt>
          <cx:pt idx="378">1.71</cx:pt>
          <cx:pt idx="379">1.8300000000000001</cx:pt>
          <cx:pt idx="380">1.3700000000000001</cx:pt>
          <cx:pt idx="381">1.4099999999999999</cx:pt>
          <cx:pt idx="382">1.6799999999999999</cx:pt>
          <cx:pt idx="383">1.4299999999999999</cx:pt>
          <cx:pt idx="384">1.6299999999999999</cx:pt>
          <cx:pt idx="385">1.8</cx:pt>
          <cx:pt idx="386">2.02</cx:pt>
          <cx:pt idx="387">1.79</cx:pt>
          <cx:pt idx="388">1.6399999999999999</cx:pt>
          <cx:pt idx="389">1.6899999999999999</cx:pt>
          <cx:pt idx="390">1.77</cx:pt>
          <cx:pt idx="391">1.6699999999999999</cx:pt>
          <cx:pt idx="392">1.7</cx:pt>
          <cx:pt idx="393">1.8400000000000001</cx:pt>
          <cx:pt idx="394">1.51</cx:pt>
          <cx:pt idx="395">1.8400000000000001</cx:pt>
          <cx:pt idx="396">1.6299999999999999</cx:pt>
          <cx:pt idx="397">1.6699999999999999</cx:pt>
          <cx:pt idx="398">1.8600000000000001</cx:pt>
          <cx:pt idx="399">1.74</cx:pt>
          <cx:pt idx="400">1.6699999999999999</cx:pt>
          <cx:pt idx="401">1.8999999999999999</cx:pt>
          <cx:pt idx="402">1.6000000000000001</cx:pt>
          <cx:pt idx="403">1.75</cx:pt>
          <cx:pt idx="404">1.55</cx:pt>
          <cx:pt idx="405">1.8600000000000001</cx:pt>
          <cx:pt idx="406">1.6200000000000001</cx:pt>
          <cx:pt idx="407">1.6899999999999999</cx:pt>
          <cx:pt idx="408">1.6899999999999999</cx:pt>
          <cx:pt idx="409">1.45</cx:pt>
          <cx:pt idx="410">1.79</cx:pt>
          <cx:pt idx="411">1.77</cx:pt>
          <cx:pt idx="412">1.52</cx:pt>
          <cx:pt idx="413">1.5800000000000001</cx:pt>
          <cx:pt idx="414">1.8700000000000001</cx:pt>
          <cx:pt idx="415">1.73</cx:pt>
          <cx:pt idx="416">1.51</cx:pt>
          <cx:pt idx="417">1.6299999999999999</cx:pt>
          <cx:pt idx="418">1.73</cx:pt>
          <cx:pt idx="419">1.5700000000000001</cx:pt>
          <cx:pt idx="420">1.49</cx:pt>
          <cx:pt idx="421">1.8400000000000001</cx:pt>
          <cx:pt idx="422">1.8100000000000001</cx:pt>
          <cx:pt idx="423">1.53</cx:pt>
          <cx:pt idx="424">1.9399999999999999</cx:pt>
          <cx:pt idx="425">1.6599999999999999</cx:pt>
          <cx:pt idx="426">1.74</cx:pt>
          <cx:pt idx="427">1.6100000000000001</cx:pt>
          <cx:pt idx="428">1.6200000000000001</cx:pt>
          <cx:pt idx="429">1.6799999999999999</cx:pt>
          <cx:pt idx="430">1.8700000000000001</cx:pt>
          <cx:pt idx="431">1.6499999999999999</cx:pt>
          <cx:pt idx="432">1.74</cx:pt>
          <cx:pt idx="433">1.53</cx:pt>
          <cx:pt idx="434">1.8899999999999999</cx:pt>
          <cx:pt idx="435">1.3899999999999999</cx:pt>
          <cx:pt idx="436">1.6899999999999999</cx:pt>
          <cx:pt idx="437">1.5600000000000001</cx:pt>
          <cx:pt idx="438">1.8400000000000001</cx:pt>
          <cx:pt idx="439">1.5700000000000001</cx:pt>
          <cx:pt idx="440">1.76</cx:pt>
          <cx:pt idx="441">1.6100000000000001</cx:pt>
          <cx:pt idx="442">1.48</cx:pt>
          <cx:pt idx="443">1.9199999999999999</cx:pt>
          <cx:pt idx="444">1.8</cx:pt>
          <cx:pt idx="445">1.78</cx:pt>
          <cx:pt idx="446">1.51</cx:pt>
          <cx:pt idx="447">1.8899999999999999</cx:pt>
          <cx:pt idx="448">1.6699999999999999</cx:pt>
          <cx:pt idx="449">1.6499999999999999</cx:pt>
          <cx:pt idx="450">1.8999999999999999</cx:pt>
          <cx:pt idx="451">1.5800000000000001</cx:pt>
          <cx:pt idx="452">1.6699999999999999</cx:pt>
          <cx:pt idx="453">1.49</cx:pt>
          <cx:pt idx="454">1.6399999999999999</cx:pt>
          <cx:pt idx="455">1.5800000000000001</cx:pt>
          <cx:pt idx="456">1.6399999999999999</cx:pt>
          <cx:pt idx="457">1.8700000000000001</cx:pt>
          <cx:pt idx="458">1.8200000000000001</cx:pt>
          <cx:pt idx="459">1.74</cx:pt>
          <cx:pt idx="460">1.48</cx:pt>
          <cx:pt idx="461">1.4299999999999999</cx:pt>
          <cx:pt idx="462">1.6399999999999999</cx:pt>
          <cx:pt idx="463">1.8700000000000001</cx:pt>
          <cx:pt idx="464">2.02</cx:pt>
          <cx:pt idx="465">1.4399999999999999</cx:pt>
          <cx:pt idx="466">1.8200000000000001</cx:pt>
          <cx:pt idx="467">1.6100000000000001</cx:pt>
          <cx:pt idx="468">1.5600000000000001</cx:pt>
          <cx:pt idx="469">1.6799999999999999</cx:pt>
          <cx:pt idx="470">1.78</cx:pt>
          <cx:pt idx="471">1.77</cx:pt>
          <cx:pt idx="472">1.52</cx:pt>
          <cx:pt idx="473">1.74</cx:pt>
          <cx:pt idx="474">1.75</cx:pt>
          <cx:pt idx="475">1.8600000000000001</cx:pt>
          <cx:pt idx="476">1.79</cx:pt>
          <cx:pt idx="477">1.46</cx:pt>
          <cx:pt idx="478">1.6299999999999999</cx:pt>
          <cx:pt idx="479">1.52</cx:pt>
          <cx:pt idx="480">1.6299999999999999</cx:pt>
          <cx:pt idx="481">1.72</cx:pt>
          <cx:pt idx="482">1.74</cx:pt>
          <cx:pt idx="483">1.6599999999999999</cx:pt>
          <cx:pt idx="484">1.72</cx:pt>
          <cx:pt idx="485">1.5600000000000001</cx:pt>
          <cx:pt idx="486">1.74</cx:pt>
          <cx:pt idx="487">1.74</cx:pt>
          <cx:pt idx="488">1.5800000000000001</cx:pt>
          <cx:pt idx="489">1.6899999999999999</cx:pt>
          <cx:pt idx="490">1.6799999999999999</cx:pt>
          <cx:pt idx="491">1.8300000000000001</cx:pt>
          <cx:pt idx="492">1.8899999999999999</cx:pt>
          <cx:pt idx="493">1.6799999999999999</cx:pt>
          <cx:pt idx="494">1.98</cx:pt>
          <cx:pt idx="495">1.53</cx:pt>
          <cx:pt idx="496">1.95</cx:pt>
          <cx:pt idx="497">1.46</cx:pt>
          <cx:pt idx="498">1.6799999999999999</cx:pt>
        </cx:lvl>
      </cx:numDim>
    </cx:data>
  </cx:chartData>
  <cx:chart>
    <cx:title pos="t" align="ctr" overlay="0">
      <cx:tx>
        <cx:txData>
          <cx:v>Altura de la población B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 sz="800"/>
          </a:pPr>
          <a:r>
            <a:rPr lang="en-US" sz="800" b="0" i="0" u="none" strike="noStrike" baseline="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/>
            </a:rPr>
            <a:t>Altura de la población B</a:t>
          </a:r>
        </a:p>
      </cx:txPr>
    </cx:title>
    <cx:plotArea>
      <cx:plotAreaRegion>
        <cx:series layoutId="clusteredColumn" uniqueId="{C8223F10-4E9E-854E-A47F-BE6D3E8D3BCF}">
          <cx:tx>
            <cx:txData>
              <cx:f>Sheet1!$A$1</cx:f>
              <cx:v>Series1</cx:v>
            </cx:txData>
          </cx:tx>
          <cx:spPr>
            <a:solidFill>
              <a:schemeClr val="bg2">
                <a:lumMod val="25000"/>
              </a:schemeClr>
            </a:solidFill>
          </cx:spPr>
          <cx:dataPt idx="10"/>
          <cx:dataPt idx="13"/>
          <cx:dataId val="0"/>
          <cx:layoutPr>
            <cx:binning intervalClosed="r">
              <cx:binSize val="0.068000000000000019"/>
            </cx:binning>
          </cx:layoutPr>
        </cx:series>
      </cx:plotAreaRegion>
      <cx:axis id="0" hidden="1">
        <cx:catScaling gapWidth="0"/>
        <cx:tickLabels/>
        <cx:numFmt formatCode="#,##0.0" sourceLinked="0"/>
        <cx:txPr>
          <a:bodyPr vertOverflow="overflow" horzOverflow="overflow" wrap="square" lIns="0" tIns="0" rIns="0" bIns="0"/>
          <a:lstStyle/>
          <a:p>
            <a:pPr algn="ctr" rtl="0">
              <a:defRPr sz="500" b="0" i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MX" sz="500"/>
          </a:p>
        </cx:txPr>
      </cx:axis>
      <cx:axis id="1" hidden="1">
        <cx:valScaling/>
        <cx:tickLabels/>
        <cx:txPr>
          <a:bodyPr vertOverflow="overflow" horzOverflow="overflow" wrap="square" lIns="0" tIns="0" rIns="0" bIns="0"/>
          <a:lstStyle/>
          <a:p>
            <a:pPr algn="ctr" rtl="0">
              <a:defRPr sz="800" b="0" i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MX" sz="800"/>
          </a:p>
        </cx:txPr>
      </cx:axis>
    </cx:plotArea>
  </cx:chart>
</cx:chartSpace>
</file>

<file path=ppt/charts/chartEx6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Sheet1!$A$2:$A$500</cx:f>
        <cx:lvl ptCount="499" formatCode="0.00">
          <cx:pt idx="0">1.6599999999999999</cx:pt>
          <cx:pt idx="1">1.6299999999999999</cx:pt>
          <cx:pt idx="2">1.6599999999999999</cx:pt>
          <cx:pt idx="3">1.74</cx:pt>
          <cx:pt idx="4">1.8700000000000001</cx:pt>
          <cx:pt idx="5">1.6200000000000001</cx:pt>
          <cx:pt idx="6">1.46</cx:pt>
          <cx:pt idx="7">1.8100000000000001</cx:pt>
          <cx:pt idx="8">1.6499999999999999</cx:pt>
          <cx:pt idx="9">1.6599999999999999</cx:pt>
          <cx:pt idx="10">1.8200000000000001</cx:pt>
          <cx:pt idx="11">1.6299999999999999</cx:pt>
          <cx:pt idx="12">1.53</cx:pt>
          <cx:pt idx="13">1.8300000000000001</cx:pt>
          <cx:pt idx="14">1.6599999999999999</cx:pt>
          <cx:pt idx="15">1.77</cx:pt>
          <cx:pt idx="16">1.8500000000000001</cx:pt>
          <cx:pt idx="17">1.6499999999999999</cx:pt>
          <cx:pt idx="18">1.5800000000000001</cx:pt>
          <cx:pt idx="19">1.73</cx:pt>
          <cx:pt idx="20">1.71</cx:pt>
          <cx:pt idx="21">1.8899999999999999</cx:pt>
          <cx:pt idx="22">1.74</cx:pt>
          <cx:pt idx="23">1.55</cx:pt>
          <cx:pt idx="24">1.74</cx:pt>
          <cx:pt idx="25">1.76</cx:pt>
          <cx:pt idx="26">1.6299999999999999</cx:pt>
          <cx:pt idx="27">1.8500000000000001</cx:pt>
          <cx:pt idx="28">1.3600000000000001</cx:pt>
          <cx:pt idx="29">1.6399999999999999</cx:pt>
          <cx:pt idx="30">1.54</cx:pt>
          <cx:pt idx="31">2.1899999999999999</cx:pt>
          <cx:pt idx="32">1.5900000000000001</cx:pt>
          <cx:pt idx="33">1.97</cx:pt>
          <cx:pt idx="34">1.7</cx:pt>
          <cx:pt idx="35">1.8700000000000001</cx:pt>
          <cx:pt idx="36">1.9399999999999999</cx:pt>
          <cx:pt idx="37">1.53</cx:pt>
          <cx:pt idx="38">1.5700000000000001</cx:pt>
          <cx:pt idx="39">1.6499999999999999</cx:pt>
          <cx:pt idx="40">1.79</cx:pt>
          <cx:pt idx="41">2.02</cx:pt>
          <cx:pt idx="42">1.6499999999999999</cx:pt>
          <cx:pt idx="43">1.77</cx:pt>
          <cx:pt idx="44">1.5700000000000001</cx:pt>
          <cx:pt idx="45">1.9199999999999999</cx:pt>
          <cx:pt idx="46">1.6899999999999999</cx:pt>
          <cx:pt idx="47">1.72</cx:pt>
          <cx:pt idx="48">1.72</cx:pt>
          <cx:pt idx="49">1.79</cx:pt>
          <cx:pt idx="50">1.6299999999999999</cx:pt>
          <cx:pt idx="51">1.52</cx:pt>
          <cx:pt idx="52">1.78</cx:pt>
          <cx:pt idx="53">1.97</cx:pt>
          <cx:pt idx="54">1.6299999999999999</cx:pt>
          <cx:pt idx="55">1.9099999999999999</cx:pt>
          <cx:pt idx="56">1.78</cx:pt>
          <cx:pt idx="57">1.6399999999999999</cx:pt>
          <cx:pt idx="58">1.46</cx:pt>
          <cx:pt idx="59">1.75</cx:pt>
          <cx:pt idx="60">1.5700000000000001</cx:pt>
          <cx:pt idx="61">1.95</cx:pt>
          <cx:pt idx="62">1.6000000000000001</cx:pt>
          <cx:pt idx="63">1.5700000000000001</cx:pt>
          <cx:pt idx="64">1.6200000000000001</cx:pt>
          <cx:pt idx="65">1.8300000000000001</cx:pt>
          <cx:pt idx="66">1.47</cx:pt>
          <cx:pt idx="67">1.8600000000000001</cx:pt>
          <cx:pt idx="68">1.4399999999999999</cx:pt>
          <cx:pt idx="69">1.8700000000000001</cx:pt>
          <cx:pt idx="70">1.5</cx:pt>
          <cx:pt idx="71">1.9399999999999999</cx:pt>
          <cx:pt idx="72">1.8999999999999999</cx:pt>
          <cx:pt idx="73">1.78</cx:pt>
          <cx:pt idx="74">1.8500000000000001</cx:pt>
          <cx:pt idx="75">2.04</cx:pt>
          <cx:pt idx="76">1.77</cx:pt>
          <cx:pt idx="77">1.5900000000000001</cx:pt>
          <cx:pt idx="78">1.53</cx:pt>
          <cx:pt idx="79">2.1000000000000001</cx:pt>
          <cx:pt idx="80">1.79</cx:pt>
          <cx:pt idx="81">1.71</cx:pt>
          <cx:pt idx="82">1.6499999999999999</cx:pt>
          <cx:pt idx="83">1.76</cx:pt>
          <cx:pt idx="84">2.0299999999999998</cx:pt>
          <cx:pt idx="85">1.8500000000000001</cx:pt>
          <cx:pt idx="86">1.6299999999999999</cx:pt>
          <cx:pt idx="87">1.9399999999999999</cx:pt>
          <cx:pt idx="88">1.9399999999999999</cx:pt>
          <cx:pt idx="89">1.74</cx:pt>
          <cx:pt idx="90">1.6499999999999999</cx:pt>
          <cx:pt idx="91">1.3</cx:pt>
          <cx:pt idx="92">1.51</cx:pt>
          <cx:pt idx="93">1.3999999999999999</cx:pt>
          <cx:pt idx="94">1.6299999999999999</cx:pt>
          <cx:pt idx="95">1.8</cx:pt>
          <cx:pt idx="96">1.6699999999999999</cx:pt>
          <cx:pt idx="97">1.3400000000000001</cx:pt>
          <cx:pt idx="98">1.49</cx:pt>
          <cx:pt idx="99">1.75</cx:pt>
          <cx:pt idx="100">1.6200000000000001</cx:pt>
          <cx:pt idx="101">1.8400000000000001</cx:pt>
          <cx:pt idx="102">1.6100000000000001</cx:pt>
          <cx:pt idx="103">1.5700000000000001</cx:pt>
          <cx:pt idx="104">1.78</cx:pt>
          <cx:pt idx="105">1.97</cx:pt>
          <cx:pt idx="106">1.7</cx:pt>
          <cx:pt idx="107">1.4199999999999999</cx:pt>
          <cx:pt idx="108">1.6899999999999999</cx:pt>
          <cx:pt idx="109">1.98</cx:pt>
          <cx:pt idx="110">1.6399999999999999</cx:pt>
          <cx:pt idx="111">1.6799999999999999</cx:pt>
          <cx:pt idx="112">1.76</cx:pt>
          <cx:pt idx="113">1.73</cx:pt>
          <cx:pt idx="114">1.47</cx:pt>
          <cx:pt idx="115">1.9299999999999999</cx:pt>
          <cx:pt idx="116">1.8899999999999999</cx:pt>
          <cx:pt idx="117">1.99</cx:pt>
          <cx:pt idx="118">1.8500000000000001</cx:pt>
          <cx:pt idx="119">1.54</cx:pt>
          <cx:pt idx="120">1.6499999999999999</cx:pt>
          <cx:pt idx="121">1.5700000000000001</cx:pt>
          <cx:pt idx="122">1.53</cx:pt>
          <cx:pt idx="123">1.9099999999999999</cx:pt>
          <cx:pt idx="124">1.6299999999999999</cx:pt>
          <cx:pt idx="125">1.97</cx:pt>
          <cx:pt idx="126">1.6200000000000001</cx:pt>
          <cx:pt idx="127">1.8100000000000001</cx:pt>
          <cx:pt idx="128">1.8799999999999999</cx:pt>
          <cx:pt idx="129">1.74</cx:pt>
          <cx:pt idx="130">1.8500000000000001</cx:pt>
          <cx:pt idx="131">1.5900000000000001</cx:pt>
          <cx:pt idx="132">1.51</cx:pt>
          <cx:pt idx="133">1.48</cx:pt>
          <cx:pt idx="134">1.6599999999999999</cx:pt>
          <cx:pt idx="135">1.9299999999999999</cx:pt>
          <cx:pt idx="136">1.8200000000000001</cx:pt>
          <cx:pt idx="137">1.6200000000000001</cx:pt>
          <cx:pt idx="138">1.75</cx:pt>
          <cx:pt idx="139">2.02</cx:pt>
          <cx:pt idx="140">1.6599999999999999</cx:pt>
          <cx:pt idx="141">1.8799999999999999</cx:pt>
          <cx:pt idx="142">2.0600000000000001</cx:pt>
          <cx:pt idx="143">1.6899999999999999</cx:pt>
          <cx:pt idx="144">1.77</cx:pt>
          <cx:pt idx="145">1.5600000000000001</cx:pt>
          <cx:pt idx="146">1.8100000000000001</cx:pt>
          <cx:pt idx="147">1.77</cx:pt>
          <cx:pt idx="148">1.6299999999999999</cx:pt>
          <cx:pt idx="149">1.5800000000000001</cx:pt>
          <cx:pt idx="150">1.8400000000000001</cx:pt>
          <cx:pt idx="151">1.5900000000000001</cx:pt>
          <cx:pt idx="152">1.6699999999999999</cx:pt>
          <cx:pt idx="153">1.4099999999999999</cx:pt>
          <cx:pt idx="154">1.6200000000000001</cx:pt>
          <cx:pt idx="155">1.6699999999999999</cx:pt>
          <cx:pt idx="156">1.55</cx:pt>
          <cx:pt idx="157">1.79</cx:pt>
          <cx:pt idx="158">1.74</cx:pt>
          <cx:pt idx="159">1.7</cx:pt>
          <cx:pt idx="160">1.5900000000000001</cx:pt>
          <cx:pt idx="161">1.5900000000000001</cx:pt>
          <cx:pt idx="162">1.8700000000000001</cx:pt>
          <cx:pt idx="163">1.48</cx:pt>
          <cx:pt idx="164">1.8600000000000001</cx:pt>
          <cx:pt idx="165">1.79</cx:pt>
          <cx:pt idx="166">1.6699999999999999</cx:pt>
          <cx:pt idx="167">1.6299999999999999</cx:pt>
          <cx:pt idx="168">1.52</cx:pt>
          <cx:pt idx="169">1.9099999999999999</cx:pt>
          <cx:pt idx="170">1.6299999999999999</cx:pt>
          <cx:pt idx="171">1.5600000000000001</cx:pt>
          <cx:pt idx="172">1.3200000000000001</cx:pt>
          <cx:pt idx="173">1.75</cx:pt>
          <cx:pt idx="174">1.77</cx:pt>
          <cx:pt idx="175">1.5</cx:pt>
          <cx:pt idx="176">1.78</cx:pt>
          <cx:pt idx="177">1.52</cx:pt>
          <cx:pt idx="178">1.72</cx:pt>
          <cx:pt idx="179">1.55</cx:pt>
          <cx:pt idx="180">2.0099999999999998</cx:pt>
          <cx:pt idx="181">1.6100000000000001</cx:pt>
          <cx:pt idx="182">1.6499999999999999</cx:pt>
          <cx:pt idx="183">1.72</cx:pt>
          <cx:pt idx="184">1.8200000000000001</cx:pt>
          <cx:pt idx="185">1.74</cx:pt>
          <cx:pt idx="186">1.45</cx:pt>
          <cx:pt idx="187">1.95</cx:pt>
          <cx:pt idx="188">1.4399999999999999</cx:pt>
          <cx:pt idx="189">1.53</cx:pt>
          <cx:pt idx="190">1.5800000000000001</cx:pt>
          <cx:pt idx="191">1.5900000000000001</cx:pt>
          <cx:pt idx="192">1.79</cx:pt>
          <cx:pt idx="193">1.8799999999999999</cx:pt>
          <cx:pt idx="194">1.8400000000000001</cx:pt>
          <cx:pt idx="195">1.73</cx:pt>
          <cx:pt idx="196">1.46</cx:pt>
          <cx:pt idx="197">1.6799999999999999</cx:pt>
          <cx:pt idx="198">2.1000000000000001</cx:pt>
          <cx:pt idx="199">2.0499999999999998</cx:pt>
          <cx:pt idx="200">1.6699999999999999</cx:pt>
          <cx:pt idx="201">1.8899999999999999</cx:pt>
          <cx:pt idx="202">1.6699999999999999</cx:pt>
          <cx:pt idx="203">1.74</cx:pt>
          <cx:pt idx="204">1.5900000000000001</cx:pt>
          <cx:pt idx="205">1.6599999999999999</cx:pt>
          <cx:pt idx="206">1.9199999999999999</cx:pt>
          <cx:pt idx="207">1.9299999999999999</cx:pt>
          <cx:pt idx="208">2.0099999999999998</cx:pt>
          <cx:pt idx="209">1.75</cx:pt>
          <cx:pt idx="210">1.6599999999999999</cx:pt>
          <cx:pt idx="211">1.78</cx:pt>
          <cx:pt idx="212">1.6599999999999999</cx:pt>
          <cx:pt idx="213">2.0899999999999999</cx:pt>
          <cx:pt idx="214">1.8100000000000001</cx:pt>
          <cx:pt idx="215">1.6899999999999999</cx:pt>
          <cx:pt idx="216">1.75</cx:pt>
          <cx:pt idx="217">1.8500000000000001</cx:pt>
          <cx:pt idx="218">1.6699999999999999</cx:pt>
          <cx:pt idx="219">1.6399999999999999</cx:pt>
          <cx:pt idx="220">1.6499999999999999</cx:pt>
          <cx:pt idx="221">1.6699999999999999</cx:pt>
          <cx:pt idx="222">1.6299999999999999</cx:pt>
          <cx:pt idx="223">1.6899999999999999</cx:pt>
          <cx:pt idx="224">1.3899999999999999</cx:pt>
          <cx:pt idx="225">1.8899999999999999</cx:pt>
          <cx:pt idx="226">1.8799999999999999</cx:pt>
          <cx:pt idx="227">1.8200000000000001</cx:pt>
          <cx:pt idx="228">1.78</cx:pt>
          <cx:pt idx="229">1.72</cx:pt>
          <cx:pt idx="230">1.51</cx:pt>
          <cx:pt idx="231">1.74</cx:pt>
          <cx:pt idx="232">1.75</cx:pt>
          <cx:pt idx="233">1.8600000000000001</cx:pt>
          <cx:pt idx="234">1.3600000000000001</cx:pt>
          <cx:pt idx="235">1.8100000000000001</cx:pt>
          <cx:pt idx="236">1.5600000000000001</cx:pt>
          <cx:pt idx="237">1.72</cx:pt>
          <cx:pt idx="238">1.55</cx:pt>
          <cx:pt idx="239">1.6499999999999999</cx:pt>
          <cx:pt idx="240">1.73</cx:pt>
          <cx:pt idx="241">1.71</cx:pt>
          <cx:pt idx="242">1.6899999999999999</cx:pt>
          <cx:pt idx="243">1.5600000000000001</cx:pt>
          <cx:pt idx="244">1.6200000000000001</cx:pt>
          <cx:pt idx="245">1.54</cx:pt>
          <cx:pt idx="246">1.6100000000000001</cx:pt>
          <cx:pt idx="247">1.8500000000000001</cx:pt>
          <cx:pt idx="248">1.8200000000000001</cx:pt>
          <cx:pt idx="249">1.6299999999999999</cx:pt>
          <cx:pt idx="250">1.75</cx:pt>
          <cx:pt idx="251">1.6100000000000001</cx:pt>
          <cx:pt idx="252">1.47</cx:pt>
          <cx:pt idx="253">1.99</cx:pt>
          <cx:pt idx="254">1.74</cx:pt>
          <cx:pt idx="255">1.52</cx:pt>
          <cx:pt idx="256">1.51</cx:pt>
          <cx:pt idx="257">1.8700000000000001</cx:pt>
          <cx:pt idx="258">1.6100000000000001</cx:pt>
          <cx:pt idx="259">1.76</cx:pt>
          <cx:pt idx="260">1.8</cx:pt>
          <cx:pt idx="261">1.8</cx:pt>
          <cx:pt idx="262">1.79</cx:pt>
          <cx:pt idx="263">1.6100000000000001</cx:pt>
          <cx:pt idx="264">1.6399999999999999</cx:pt>
          <cx:pt idx="265">1.6100000000000001</cx:pt>
          <cx:pt idx="266">1.6699999999999999</cx:pt>
          <cx:pt idx="267">1.5900000000000001</cx:pt>
          <cx:pt idx="268">1.49</cx:pt>
          <cx:pt idx="269">1.8799999999999999</cx:pt>
          <cx:pt idx="270">1.77</cx:pt>
          <cx:pt idx="271">1.72</cx:pt>
          <cx:pt idx="272">1.5700000000000001</cx:pt>
          <cx:pt idx="273">1.55</cx:pt>
          <cx:pt idx="274">1.51</cx:pt>
          <cx:pt idx="275">1.6399999999999999</cx:pt>
          <cx:pt idx="276">1.8</cx:pt>
          <cx:pt idx="277">1.8500000000000001</cx:pt>
          <cx:pt idx="278">1.8500000000000001</cx:pt>
          <cx:pt idx="279">1.51</cx:pt>
          <cx:pt idx="280">1.5600000000000001</cx:pt>
          <cx:pt idx="281">1.75</cx:pt>
          <cx:pt idx="282">1.6599999999999999</cx:pt>
          <cx:pt idx="283">1.8899999999999999</cx:pt>
          <cx:pt idx="284">1.6000000000000001</cx:pt>
          <cx:pt idx="285">1.8799999999999999</cx:pt>
          <cx:pt idx="286">1.8200000000000001</cx:pt>
          <cx:pt idx="287">1.6000000000000001</cx:pt>
          <cx:pt idx="288">1.73</cx:pt>
          <cx:pt idx="289">1.6100000000000001</cx:pt>
          <cx:pt idx="290">1.6200000000000001</cx:pt>
          <cx:pt idx="291">1.6799999999999999</cx:pt>
          <cx:pt idx="292">1.5600000000000001</cx:pt>
          <cx:pt idx="293">1.71</cx:pt>
          <cx:pt idx="294">1.9199999999999999</cx:pt>
          <cx:pt idx="295">1.53</cx:pt>
          <cx:pt idx="296">1.5900000000000001</cx:pt>
          <cx:pt idx="297">1.6799999999999999</cx:pt>
          <cx:pt idx="298">1.79</cx:pt>
          <cx:pt idx="299">1.5</cx:pt>
          <cx:pt idx="300">1.74</cx:pt>
          <cx:pt idx="301">1.8799999999999999</cx:pt>
          <cx:pt idx="302">1.5800000000000001</cx:pt>
          <cx:pt idx="303">2.0699999999999998</cx:pt>
          <cx:pt idx="304">1.6299999999999999</cx:pt>
          <cx:pt idx="305">1.7</cx:pt>
          <cx:pt idx="306">1.6200000000000001</cx:pt>
          <cx:pt idx="307">1.8200000000000001</cx:pt>
          <cx:pt idx="308">1.74</cx:pt>
          <cx:pt idx="309">1.46</cx:pt>
          <cx:pt idx="310">1.8600000000000001</cx:pt>
          <cx:pt idx="311">1.6599999999999999</cx:pt>
          <cx:pt idx="312">1.8700000000000001</cx:pt>
          <cx:pt idx="313">1.95</cx:pt>
          <cx:pt idx="314">1.6399999999999999</cx:pt>
          <cx:pt idx="315">1.7</cx:pt>
          <cx:pt idx="316">1.24</cx:pt>
          <cx:pt idx="317">1.8200000000000001</cx:pt>
          <cx:pt idx="318">1.72</cx:pt>
          <cx:pt idx="319">1.55</cx:pt>
          <cx:pt idx="320">1.3999999999999999</cx:pt>
          <cx:pt idx="321">1.6899999999999999</cx:pt>
          <cx:pt idx="322">1.8700000000000001</cx:pt>
          <cx:pt idx="323">1.7</cx:pt>
          <cx:pt idx="324">1.75</cx:pt>
          <cx:pt idx="325">1.47</cx:pt>
          <cx:pt idx="326">1.6200000000000001</cx:pt>
          <cx:pt idx="327">1.79</cx:pt>
          <cx:pt idx="328">1.6799999999999999</cx:pt>
          <cx:pt idx="329">1.9099999999999999</cx:pt>
          <cx:pt idx="330">1.73</cx:pt>
          <cx:pt idx="331">1.76</cx:pt>
          <cx:pt idx="332">1.72</cx:pt>
          <cx:pt idx="333">1.71</cx:pt>
          <cx:pt idx="334">1.73</cx:pt>
          <cx:pt idx="335">1.4299999999999999</cx:pt>
          <cx:pt idx="336">1.6899999999999999</cx:pt>
          <cx:pt idx="337">1.6299999999999999</cx:pt>
          <cx:pt idx="338">1.6599999999999999</cx:pt>
          <cx:pt idx="339">1.4099999999999999</cx:pt>
          <cx:pt idx="340">1.77</cx:pt>
          <cx:pt idx="341">1.8600000000000001</cx:pt>
          <cx:pt idx="342">1.6299999999999999</cx:pt>
          <cx:pt idx="343">1.8500000000000001</cx:pt>
          <cx:pt idx="344">1.8400000000000001</cx:pt>
          <cx:pt idx="345">1.76</cx:pt>
          <cx:pt idx="346">1.71</cx:pt>
          <cx:pt idx="347">1.5700000000000001</cx:pt>
          <cx:pt idx="348">1.8100000000000001</cx:pt>
          <cx:pt idx="349">1.8500000000000001</cx:pt>
          <cx:pt idx="350">1.8899999999999999</cx:pt>
          <cx:pt idx="351">1.6899999999999999</cx:pt>
          <cx:pt idx="352">1.75</cx:pt>
          <cx:pt idx="353">1.9099999999999999</cx:pt>
          <cx:pt idx="354">1.5800000000000001</cx:pt>
          <cx:pt idx="355">1.6799999999999999</cx:pt>
          <cx:pt idx="356">1.3799999999999999</cx:pt>
          <cx:pt idx="357">1.5800000000000001</cx:pt>
          <cx:pt idx="358">1.8200000000000001</cx:pt>
          <cx:pt idx="359">1.6899999999999999</cx:pt>
          <cx:pt idx="360">1.72</cx:pt>
          <cx:pt idx="361">1.5800000000000001</cx:pt>
          <cx:pt idx="362">1.71</cx:pt>
          <cx:pt idx="363">1.6000000000000001</cx:pt>
          <cx:pt idx="364">1.95</cx:pt>
          <cx:pt idx="365">1.71</cx:pt>
          <cx:pt idx="366">1.8200000000000001</cx:pt>
          <cx:pt idx="367">1.71</cx:pt>
          <cx:pt idx="368">1.8899999999999999</cx:pt>
          <cx:pt idx="369">1.8300000000000001</cx:pt>
          <cx:pt idx="370">1.95</cx:pt>
          <cx:pt idx="371">1.3200000000000001</cx:pt>
          <cx:pt idx="372">1.6899999999999999</cx:pt>
          <cx:pt idx="373">1.7</cx:pt>
          <cx:pt idx="374">1.71</cx:pt>
          <cx:pt idx="375">1.8</cx:pt>
          <cx:pt idx="376">1.6200000000000001</cx:pt>
          <cx:pt idx="377">1.8799999999999999</cx:pt>
          <cx:pt idx="378">1.71</cx:pt>
          <cx:pt idx="379">1.8300000000000001</cx:pt>
          <cx:pt idx="380">1.3700000000000001</cx:pt>
          <cx:pt idx="381">1.4099999999999999</cx:pt>
          <cx:pt idx="382">1.6799999999999999</cx:pt>
          <cx:pt idx="383">1.4299999999999999</cx:pt>
          <cx:pt idx="384">1.6299999999999999</cx:pt>
          <cx:pt idx="385">1.8</cx:pt>
          <cx:pt idx="386">2.02</cx:pt>
          <cx:pt idx="387">1.79</cx:pt>
          <cx:pt idx="388">1.6399999999999999</cx:pt>
          <cx:pt idx="389">1.6899999999999999</cx:pt>
          <cx:pt idx="390">1.77</cx:pt>
          <cx:pt idx="391">1.6699999999999999</cx:pt>
          <cx:pt idx="392">1.7</cx:pt>
          <cx:pt idx="393">1.8400000000000001</cx:pt>
          <cx:pt idx="394">1.51</cx:pt>
          <cx:pt idx="395">1.8400000000000001</cx:pt>
          <cx:pt idx="396">1.6299999999999999</cx:pt>
          <cx:pt idx="397">1.6699999999999999</cx:pt>
          <cx:pt idx="398">1.8600000000000001</cx:pt>
          <cx:pt idx="399">1.74</cx:pt>
          <cx:pt idx="400">1.6699999999999999</cx:pt>
          <cx:pt idx="401">1.8999999999999999</cx:pt>
          <cx:pt idx="402">1.6000000000000001</cx:pt>
          <cx:pt idx="403">1.75</cx:pt>
          <cx:pt idx="404">1.55</cx:pt>
          <cx:pt idx="405">1.8600000000000001</cx:pt>
          <cx:pt idx="406">1.6200000000000001</cx:pt>
          <cx:pt idx="407">1.6899999999999999</cx:pt>
          <cx:pt idx="408">1.6899999999999999</cx:pt>
          <cx:pt idx="409">1.45</cx:pt>
          <cx:pt idx="410">1.79</cx:pt>
          <cx:pt idx="411">1.77</cx:pt>
          <cx:pt idx="412">1.52</cx:pt>
          <cx:pt idx="413">1.5800000000000001</cx:pt>
          <cx:pt idx="414">1.8700000000000001</cx:pt>
          <cx:pt idx="415">1.73</cx:pt>
          <cx:pt idx="416">1.51</cx:pt>
          <cx:pt idx="417">1.6299999999999999</cx:pt>
          <cx:pt idx="418">1.73</cx:pt>
          <cx:pt idx="419">1.5700000000000001</cx:pt>
          <cx:pt idx="420">1.49</cx:pt>
          <cx:pt idx="421">1.8400000000000001</cx:pt>
          <cx:pt idx="422">1.8100000000000001</cx:pt>
          <cx:pt idx="423">1.53</cx:pt>
          <cx:pt idx="424">1.9399999999999999</cx:pt>
          <cx:pt idx="425">1.6599999999999999</cx:pt>
          <cx:pt idx="426">1.74</cx:pt>
          <cx:pt idx="427">1.6100000000000001</cx:pt>
          <cx:pt idx="428">1.6200000000000001</cx:pt>
          <cx:pt idx="429">1.6799999999999999</cx:pt>
          <cx:pt idx="430">1.8700000000000001</cx:pt>
          <cx:pt idx="431">1.6499999999999999</cx:pt>
          <cx:pt idx="432">1.74</cx:pt>
          <cx:pt idx="433">1.53</cx:pt>
          <cx:pt idx="434">1.8899999999999999</cx:pt>
          <cx:pt idx="435">1.3899999999999999</cx:pt>
          <cx:pt idx="436">1.6899999999999999</cx:pt>
          <cx:pt idx="437">1.5600000000000001</cx:pt>
          <cx:pt idx="438">1.8400000000000001</cx:pt>
          <cx:pt idx="439">1.5700000000000001</cx:pt>
          <cx:pt idx="440">1.76</cx:pt>
          <cx:pt idx="441">1.6100000000000001</cx:pt>
          <cx:pt idx="442">1.48</cx:pt>
          <cx:pt idx="443">1.9199999999999999</cx:pt>
          <cx:pt idx="444">1.8</cx:pt>
          <cx:pt idx="445">1.78</cx:pt>
          <cx:pt idx="446">1.51</cx:pt>
          <cx:pt idx="447">1.8899999999999999</cx:pt>
          <cx:pt idx="448">1.6699999999999999</cx:pt>
          <cx:pt idx="449">1.6499999999999999</cx:pt>
          <cx:pt idx="450">1.8999999999999999</cx:pt>
          <cx:pt idx="451">1.5800000000000001</cx:pt>
          <cx:pt idx="452">1.6699999999999999</cx:pt>
          <cx:pt idx="453">1.49</cx:pt>
          <cx:pt idx="454">1.6399999999999999</cx:pt>
          <cx:pt idx="455">1.5800000000000001</cx:pt>
          <cx:pt idx="456">1.6399999999999999</cx:pt>
          <cx:pt idx="457">1.8700000000000001</cx:pt>
          <cx:pt idx="458">1.8200000000000001</cx:pt>
          <cx:pt idx="459">1.74</cx:pt>
          <cx:pt idx="460">1.48</cx:pt>
          <cx:pt idx="461">1.4299999999999999</cx:pt>
          <cx:pt idx="462">1.6399999999999999</cx:pt>
          <cx:pt idx="463">1.8700000000000001</cx:pt>
          <cx:pt idx="464">2.02</cx:pt>
          <cx:pt idx="465">1.4399999999999999</cx:pt>
          <cx:pt idx="466">1.8200000000000001</cx:pt>
          <cx:pt idx="467">1.6100000000000001</cx:pt>
          <cx:pt idx="468">1.5600000000000001</cx:pt>
          <cx:pt idx="469">1.6799999999999999</cx:pt>
          <cx:pt idx="470">1.78</cx:pt>
          <cx:pt idx="471">1.77</cx:pt>
          <cx:pt idx="472">1.52</cx:pt>
          <cx:pt idx="473">1.74</cx:pt>
          <cx:pt idx="474">1.75</cx:pt>
          <cx:pt idx="475">1.8600000000000001</cx:pt>
          <cx:pt idx="476">1.79</cx:pt>
          <cx:pt idx="477">1.46</cx:pt>
          <cx:pt idx="478">1.6299999999999999</cx:pt>
          <cx:pt idx="479">1.52</cx:pt>
          <cx:pt idx="480">1.6299999999999999</cx:pt>
          <cx:pt idx="481">1.72</cx:pt>
          <cx:pt idx="482">1.74</cx:pt>
          <cx:pt idx="483">1.6599999999999999</cx:pt>
          <cx:pt idx="484">1.72</cx:pt>
          <cx:pt idx="485">1.5600000000000001</cx:pt>
          <cx:pt idx="486">1.74</cx:pt>
          <cx:pt idx="487">1.74</cx:pt>
          <cx:pt idx="488">1.5800000000000001</cx:pt>
          <cx:pt idx="489">1.6899999999999999</cx:pt>
          <cx:pt idx="490">1.6799999999999999</cx:pt>
          <cx:pt idx="491">1.8300000000000001</cx:pt>
          <cx:pt idx="492">1.8899999999999999</cx:pt>
          <cx:pt idx="493">1.6799999999999999</cx:pt>
          <cx:pt idx="494">1.98</cx:pt>
          <cx:pt idx="495">1.53</cx:pt>
          <cx:pt idx="496">1.95</cx:pt>
          <cx:pt idx="497">1.46</cx:pt>
          <cx:pt idx="498">1.6799999999999999</cx:pt>
        </cx:lvl>
      </cx:numDim>
    </cx:data>
  </cx:chartData>
  <cx:chart>
    <cx:title pos="t" align="ctr" overlay="0">
      <cx:tx>
        <cx:txData>
          <cx:v>Altura de la población A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 sz="800"/>
          </a:pPr>
          <a:r>
            <a:rPr lang="en-US" sz="800" b="0" i="0" u="none" strike="noStrike" baseline="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/>
            </a:rPr>
            <a:t>Altura de la población A</a:t>
          </a:r>
        </a:p>
      </cx:txPr>
    </cx:title>
    <cx:plotArea>
      <cx:plotAreaRegion>
        <cx:series layoutId="clusteredColumn" uniqueId="{C8223F10-4E9E-854E-A47F-BE6D3E8D3BCF}">
          <cx:tx>
            <cx:txData>
              <cx:f>Sheet1!$A$1</cx:f>
              <cx:v>Series1</cx:v>
            </cx:txData>
          </cx:tx>
          <cx:spPr>
            <a:solidFill>
              <a:schemeClr val="bg2">
                <a:lumMod val="25000"/>
              </a:schemeClr>
            </a:solidFill>
          </cx:spPr>
          <cx:dataPt idx="10"/>
          <cx:dataPt idx="13"/>
          <cx:dataId val="0"/>
          <cx:layoutPr>
            <cx:binning intervalClosed="r">
              <cx:binSize val="0.068000000000000019"/>
            </cx:binning>
          </cx:layoutPr>
        </cx:series>
      </cx:plotAreaRegion>
      <cx:axis id="0" hidden="1">
        <cx:catScaling gapWidth="0"/>
        <cx:tickLabels/>
        <cx:numFmt formatCode="#,##0.0" sourceLinked="0"/>
        <cx:txPr>
          <a:bodyPr vertOverflow="overflow" horzOverflow="overflow" wrap="square" lIns="0" tIns="0" rIns="0" bIns="0"/>
          <a:lstStyle/>
          <a:p>
            <a:pPr algn="ctr" rtl="0">
              <a:defRPr sz="500" b="0" i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MX" sz="500"/>
          </a:p>
        </cx:txPr>
      </cx:axis>
      <cx:axis id="1" hidden="1">
        <cx:valScaling/>
        <cx:tickLabels/>
        <cx:txPr>
          <a:bodyPr vertOverflow="overflow" horzOverflow="overflow" wrap="square" lIns="0" tIns="0" rIns="0" bIns="0"/>
          <a:lstStyle/>
          <a:p>
            <a:pPr algn="ctr" rtl="0">
              <a:defRPr sz="800" b="0" i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MX" sz="800"/>
          </a:p>
        </cx:txPr>
      </cx:axis>
    </cx:plotArea>
  </cx:chart>
</cx:chartSpace>
</file>

<file path=ppt/charts/chartEx7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Sheet1!$A$2:$A$500</cx:f>
        <cx:lvl ptCount="499" formatCode="0.00">
          <cx:pt idx="0">1.6599999999999999</cx:pt>
          <cx:pt idx="1">1.6299999999999999</cx:pt>
          <cx:pt idx="2">1.6599999999999999</cx:pt>
          <cx:pt idx="3">1.74</cx:pt>
          <cx:pt idx="4">1.8700000000000001</cx:pt>
          <cx:pt idx="5">1.6200000000000001</cx:pt>
          <cx:pt idx="6">1.46</cx:pt>
          <cx:pt idx="7">1.8100000000000001</cx:pt>
          <cx:pt idx="8">1.6499999999999999</cx:pt>
          <cx:pt idx="9">1.6599999999999999</cx:pt>
          <cx:pt idx="10">1.8200000000000001</cx:pt>
          <cx:pt idx="11">1.6299999999999999</cx:pt>
          <cx:pt idx="12">1.53</cx:pt>
          <cx:pt idx="13">1.8300000000000001</cx:pt>
          <cx:pt idx="14">1.6599999999999999</cx:pt>
          <cx:pt idx="15">1.77</cx:pt>
          <cx:pt idx="16">1.8500000000000001</cx:pt>
          <cx:pt idx="17">1.6499999999999999</cx:pt>
          <cx:pt idx="18">1.5800000000000001</cx:pt>
          <cx:pt idx="19">1.73</cx:pt>
          <cx:pt idx="20">1.71</cx:pt>
          <cx:pt idx="21">1.8899999999999999</cx:pt>
          <cx:pt idx="22">1.74</cx:pt>
          <cx:pt idx="23">1.55</cx:pt>
          <cx:pt idx="24">1.74</cx:pt>
          <cx:pt idx="25">1.76</cx:pt>
          <cx:pt idx="26">1.6299999999999999</cx:pt>
          <cx:pt idx="27">1.8500000000000001</cx:pt>
          <cx:pt idx="28">1.3600000000000001</cx:pt>
          <cx:pt idx="29">1.6399999999999999</cx:pt>
          <cx:pt idx="30">1.54</cx:pt>
          <cx:pt idx="31">2.1899999999999999</cx:pt>
          <cx:pt idx="32">1.5900000000000001</cx:pt>
          <cx:pt idx="33">1.97</cx:pt>
          <cx:pt idx="34">1.7</cx:pt>
          <cx:pt idx="35">1.8700000000000001</cx:pt>
          <cx:pt idx="36">1.9399999999999999</cx:pt>
          <cx:pt idx="37">1.53</cx:pt>
          <cx:pt idx="38">1.5700000000000001</cx:pt>
          <cx:pt idx="39">1.6499999999999999</cx:pt>
          <cx:pt idx="40">1.79</cx:pt>
          <cx:pt idx="41">2.02</cx:pt>
          <cx:pt idx="42">1.6499999999999999</cx:pt>
          <cx:pt idx="43">1.77</cx:pt>
          <cx:pt idx="44">1.5700000000000001</cx:pt>
          <cx:pt idx="45">1.9199999999999999</cx:pt>
          <cx:pt idx="46">1.6899999999999999</cx:pt>
          <cx:pt idx="47">1.72</cx:pt>
          <cx:pt idx="48">1.72</cx:pt>
          <cx:pt idx="49">1.79</cx:pt>
          <cx:pt idx="50">1.6299999999999999</cx:pt>
          <cx:pt idx="51">1.52</cx:pt>
          <cx:pt idx="52">1.78</cx:pt>
          <cx:pt idx="53">1.97</cx:pt>
          <cx:pt idx="54">1.6299999999999999</cx:pt>
          <cx:pt idx="55">1.9099999999999999</cx:pt>
          <cx:pt idx="56">1.78</cx:pt>
          <cx:pt idx="57">1.6399999999999999</cx:pt>
          <cx:pt idx="58">1.46</cx:pt>
          <cx:pt idx="59">1.75</cx:pt>
          <cx:pt idx="60">1.5700000000000001</cx:pt>
          <cx:pt idx="61">1.95</cx:pt>
          <cx:pt idx="62">1.6000000000000001</cx:pt>
          <cx:pt idx="63">1.5700000000000001</cx:pt>
          <cx:pt idx="64">1.6200000000000001</cx:pt>
          <cx:pt idx="65">1.8300000000000001</cx:pt>
          <cx:pt idx="66">1.47</cx:pt>
          <cx:pt idx="67">1.8600000000000001</cx:pt>
          <cx:pt idx="68">1.4399999999999999</cx:pt>
          <cx:pt idx="69">1.8700000000000001</cx:pt>
          <cx:pt idx="70">1.5</cx:pt>
          <cx:pt idx="71">1.9399999999999999</cx:pt>
          <cx:pt idx="72">1.8999999999999999</cx:pt>
          <cx:pt idx="73">1.78</cx:pt>
          <cx:pt idx="74">1.8500000000000001</cx:pt>
          <cx:pt idx="75">2.04</cx:pt>
          <cx:pt idx="76">1.77</cx:pt>
          <cx:pt idx="77">1.5900000000000001</cx:pt>
          <cx:pt idx="78">1.53</cx:pt>
          <cx:pt idx="79">2.1000000000000001</cx:pt>
          <cx:pt idx="80">1.79</cx:pt>
          <cx:pt idx="81">1.71</cx:pt>
          <cx:pt idx="82">1.6499999999999999</cx:pt>
          <cx:pt idx="83">1.76</cx:pt>
          <cx:pt idx="84">2.0299999999999998</cx:pt>
          <cx:pt idx="85">1.8500000000000001</cx:pt>
          <cx:pt idx="86">1.6299999999999999</cx:pt>
          <cx:pt idx="87">1.9399999999999999</cx:pt>
          <cx:pt idx="88">1.9399999999999999</cx:pt>
          <cx:pt idx="89">1.74</cx:pt>
          <cx:pt idx="90">1.6499999999999999</cx:pt>
          <cx:pt idx="91">1.3</cx:pt>
          <cx:pt idx="92">1.51</cx:pt>
          <cx:pt idx="93">1.3999999999999999</cx:pt>
          <cx:pt idx="94">1.6299999999999999</cx:pt>
          <cx:pt idx="95">1.8</cx:pt>
          <cx:pt idx="96">1.6699999999999999</cx:pt>
          <cx:pt idx="97">1.3400000000000001</cx:pt>
          <cx:pt idx="98">1.49</cx:pt>
          <cx:pt idx="99">1.75</cx:pt>
          <cx:pt idx="100">1.6200000000000001</cx:pt>
          <cx:pt idx="101">1.8400000000000001</cx:pt>
          <cx:pt idx="102">1.6100000000000001</cx:pt>
          <cx:pt idx="103">1.5700000000000001</cx:pt>
          <cx:pt idx="104">1.78</cx:pt>
          <cx:pt idx="105">1.97</cx:pt>
          <cx:pt idx="106">1.7</cx:pt>
          <cx:pt idx="107">1.4199999999999999</cx:pt>
          <cx:pt idx="108">1.6899999999999999</cx:pt>
          <cx:pt idx="109">1.98</cx:pt>
          <cx:pt idx="110">1.6399999999999999</cx:pt>
          <cx:pt idx="111">1.6799999999999999</cx:pt>
          <cx:pt idx="112">1.76</cx:pt>
          <cx:pt idx="113">1.73</cx:pt>
          <cx:pt idx="114">1.47</cx:pt>
          <cx:pt idx="115">1.9299999999999999</cx:pt>
          <cx:pt idx="116">1.8899999999999999</cx:pt>
          <cx:pt idx="117">1.99</cx:pt>
          <cx:pt idx="118">1.8500000000000001</cx:pt>
          <cx:pt idx="119">1.54</cx:pt>
          <cx:pt idx="120">1.6499999999999999</cx:pt>
          <cx:pt idx="121">1.5700000000000001</cx:pt>
          <cx:pt idx="122">1.53</cx:pt>
          <cx:pt idx="123">1.9099999999999999</cx:pt>
          <cx:pt idx="124">1.6299999999999999</cx:pt>
          <cx:pt idx="125">1.97</cx:pt>
          <cx:pt idx="126">1.6200000000000001</cx:pt>
          <cx:pt idx="127">1.8100000000000001</cx:pt>
          <cx:pt idx="128">1.8799999999999999</cx:pt>
          <cx:pt idx="129">1.74</cx:pt>
          <cx:pt idx="130">1.8500000000000001</cx:pt>
          <cx:pt idx="131">1.5900000000000001</cx:pt>
          <cx:pt idx="132">1.51</cx:pt>
          <cx:pt idx="133">1.48</cx:pt>
          <cx:pt idx="134">1.6599999999999999</cx:pt>
          <cx:pt idx="135">1.9299999999999999</cx:pt>
          <cx:pt idx="136">1.8200000000000001</cx:pt>
          <cx:pt idx="137">1.6200000000000001</cx:pt>
          <cx:pt idx="138">1.75</cx:pt>
          <cx:pt idx="139">2.02</cx:pt>
          <cx:pt idx="140">1.6599999999999999</cx:pt>
          <cx:pt idx="141">1.8799999999999999</cx:pt>
          <cx:pt idx="142">2.0600000000000001</cx:pt>
          <cx:pt idx="143">1.6899999999999999</cx:pt>
          <cx:pt idx="144">1.77</cx:pt>
          <cx:pt idx="145">1.5600000000000001</cx:pt>
          <cx:pt idx="146">1.8100000000000001</cx:pt>
          <cx:pt idx="147">1.77</cx:pt>
          <cx:pt idx="148">1.6299999999999999</cx:pt>
          <cx:pt idx="149">1.5800000000000001</cx:pt>
          <cx:pt idx="150">1.8400000000000001</cx:pt>
          <cx:pt idx="151">1.5900000000000001</cx:pt>
          <cx:pt idx="152">1.6699999999999999</cx:pt>
          <cx:pt idx="153">1.4099999999999999</cx:pt>
          <cx:pt idx="154">1.6200000000000001</cx:pt>
          <cx:pt idx="155">1.6699999999999999</cx:pt>
          <cx:pt idx="156">1.55</cx:pt>
          <cx:pt idx="157">1.79</cx:pt>
          <cx:pt idx="158">1.74</cx:pt>
          <cx:pt idx="159">1.7</cx:pt>
          <cx:pt idx="160">1.5900000000000001</cx:pt>
          <cx:pt idx="161">1.5900000000000001</cx:pt>
          <cx:pt idx="162">1.8700000000000001</cx:pt>
          <cx:pt idx="163">1.48</cx:pt>
          <cx:pt idx="164">1.8600000000000001</cx:pt>
          <cx:pt idx="165">1.79</cx:pt>
          <cx:pt idx="166">1.6699999999999999</cx:pt>
          <cx:pt idx="167">1.6299999999999999</cx:pt>
          <cx:pt idx="168">1.52</cx:pt>
          <cx:pt idx="169">1.9099999999999999</cx:pt>
          <cx:pt idx="170">1.6299999999999999</cx:pt>
          <cx:pt idx="171">1.5600000000000001</cx:pt>
          <cx:pt idx="172">1.3200000000000001</cx:pt>
          <cx:pt idx="173">1.75</cx:pt>
          <cx:pt idx="174">1.77</cx:pt>
          <cx:pt idx="175">1.5</cx:pt>
          <cx:pt idx="176">1.78</cx:pt>
          <cx:pt idx="177">1.52</cx:pt>
          <cx:pt idx="178">1.72</cx:pt>
          <cx:pt idx="179">1.55</cx:pt>
          <cx:pt idx="180">2.0099999999999998</cx:pt>
          <cx:pt idx="181">1.6100000000000001</cx:pt>
          <cx:pt idx="182">1.6499999999999999</cx:pt>
          <cx:pt idx="183">1.72</cx:pt>
          <cx:pt idx="184">1.8200000000000001</cx:pt>
          <cx:pt idx="185">1.74</cx:pt>
          <cx:pt idx="186">1.45</cx:pt>
          <cx:pt idx="187">1.95</cx:pt>
          <cx:pt idx="188">1.4399999999999999</cx:pt>
          <cx:pt idx="189">1.53</cx:pt>
          <cx:pt idx="190">1.5800000000000001</cx:pt>
          <cx:pt idx="191">1.5900000000000001</cx:pt>
          <cx:pt idx="192">1.79</cx:pt>
          <cx:pt idx="193">1.8799999999999999</cx:pt>
          <cx:pt idx="194">1.8400000000000001</cx:pt>
          <cx:pt idx="195">1.73</cx:pt>
          <cx:pt idx="196">1.46</cx:pt>
          <cx:pt idx="197">1.6799999999999999</cx:pt>
          <cx:pt idx="198">2.1000000000000001</cx:pt>
          <cx:pt idx="199">2.0499999999999998</cx:pt>
          <cx:pt idx="200">1.6699999999999999</cx:pt>
          <cx:pt idx="201">1.8899999999999999</cx:pt>
          <cx:pt idx="202">1.6699999999999999</cx:pt>
          <cx:pt idx="203">1.74</cx:pt>
          <cx:pt idx="204">1.5900000000000001</cx:pt>
          <cx:pt idx="205">1.6599999999999999</cx:pt>
          <cx:pt idx="206">1.9199999999999999</cx:pt>
          <cx:pt idx="207">1.9299999999999999</cx:pt>
          <cx:pt idx="208">2.0099999999999998</cx:pt>
          <cx:pt idx="209">1.75</cx:pt>
          <cx:pt idx="210">1.6599999999999999</cx:pt>
          <cx:pt idx="211">1.78</cx:pt>
          <cx:pt idx="212">1.6599999999999999</cx:pt>
          <cx:pt idx="213">2.0899999999999999</cx:pt>
          <cx:pt idx="214">1.8100000000000001</cx:pt>
          <cx:pt idx="215">1.6899999999999999</cx:pt>
          <cx:pt idx="216">1.75</cx:pt>
          <cx:pt idx="217">1.8500000000000001</cx:pt>
          <cx:pt idx="218">1.6699999999999999</cx:pt>
          <cx:pt idx="219">1.6399999999999999</cx:pt>
          <cx:pt idx="220">1.6499999999999999</cx:pt>
          <cx:pt idx="221">1.6699999999999999</cx:pt>
          <cx:pt idx="222">1.6299999999999999</cx:pt>
          <cx:pt idx="223">1.6899999999999999</cx:pt>
          <cx:pt idx="224">1.3899999999999999</cx:pt>
          <cx:pt idx="225">1.8899999999999999</cx:pt>
          <cx:pt idx="226">1.8799999999999999</cx:pt>
          <cx:pt idx="227">1.8200000000000001</cx:pt>
          <cx:pt idx="228">1.78</cx:pt>
          <cx:pt idx="229">1.72</cx:pt>
          <cx:pt idx="230">1.51</cx:pt>
          <cx:pt idx="231">1.74</cx:pt>
          <cx:pt idx="232">1.75</cx:pt>
          <cx:pt idx="233">1.8600000000000001</cx:pt>
          <cx:pt idx="234">1.3600000000000001</cx:pt>
          <cx:pt idx="235">1.8100000000000001</cx:pt>
          <cx:pt idx="236">1.5600000000000001</cx:pt>
          <cx:pt idx="237">1.72</cx:pt>
          <cx:pt idx="238">1.55</cx:pt>
          <cx:pt idx="239">1.6499999999999999</cx:pt>
          <cx:pt idx="240">1.73</cx:pt>
          <cx:pt idx="241">1.71</cx:pt>
          <cx:pt idx="242">1.6899999999999999</cx:pt>
          <cx:pt idx="243">1.5600000000000001</cx:pt>
          <cx:pt idx="244">1.6200000000000001</cx:pt>
          <cx:pt idx="245">1.54</cx:pt>
          <cx:pt idx="246">1.6100000000000001</cx:pt>
          <cx:pt idx="247">1.8500000000000001</cx:pt>
          <cx:pt idx="248">1.8200000000000001</cx:pt>
          <cx:pt idx="249">1.6299999999999999</cx:pt>
          <cx:pt idx="250">1.75</cx:pt>
          <cx:pt idx="251">1.6100000000000001</cx:pt>
          <cx:pt idx="252">1.47</cx:pt>
          <cx:pt idx="253">1.99</cx:pt>
          <cx:pt idx="254">1.74</cx:pt>
          <cx:pt idx="255">1.52</cx:pt>
          <cx:pt idx="256">1.51</cx:pt>
          <cx:pt idx="257">1.8700000000000001</cx:pt>
          <cx:pt idx="258">1.6100000000000001</cx:pt>
          <cx:pt idx="259">1.76</cx:pt>
          <cx:pt idx="260">1.8</cx:pt>
          <cx:pt idx="261">1.8</cx:pt>
          <cx:pt idx="262">1.79</cx:pt>
          <cx:pt idx="263">1.6100000000000001</cx:pt>
          <cx:pt idx="264">1.6399999999999999</cx:pt>
          <cx:pt idx="265">1.6100000000000001</cx:pt>
          <cx:pt idx="266">1.6699999999999999</cx:pt>
          <cx:pt idx="267">1.5900000000000001</cx:pt>
          <cx:pt idx="268">1.49</cx:pt>
          <cx:pt idx="269">1.8799999999999999</cx:pt>
          <cx:pt idx="270">1.77</cx:pt>
          <cx:pt idx="271">1.72</cx:pt>
          <cx:pt idx="272">1.5700000000000001</cx:pt>
          <cx:pt idx="273">1.55</cx:pt>
          <cx:pt idx="274">1.51</cx:pt>
          <cx:pt idx="275">1.6399999999999999</cx:pt>
          <cx:pt idx="276">1.8</cx:pt>
          <cx:pt idx="277">1.8500000000000001</cx:pt>
          <cx:pt idx="278">1.8500000000000001</cx:pt>
          <cx:pt idx="279">1.51</cx:pt>
          <cx:pt idx="280">1.5600000000000001</cx:pt>
          <cx:pt idx="281">1.75</cx:pt>
          <cx:pt idx="282">1.6599999999999999</cx:pt>
          <cx:pt idx="283">1.8899999999999999</cx:pt>
          <cx:pt idx="284">1.6000000000000001</cx:pt>
          <cx:pt idx="285">1.8799999999999999</cx:pt>
          <cx:pt idx="286">1.8200000000000001</cx:pt>
          <cx:pt idx="287">1.6000000000000001</cx:pt>
          <cx:pt idx="288">1.73</cx:pt>
          <cx:pt idx="289">1.6100000000000001</cx:pt>
          <cx:pt idx="290">1.6200000000000001</cx:pt>
          <cx:pt idx="291">1.6799999999999999</cx:pt>
          <cx:pt idx="292">1.5600000000000001</cx:pt>
          <cx:pt idx="293">1.71</cx:pt>
          <cx:pt idx="294">1.9199999999999999</cx:pt>
          <cx:pt idx="295">1.53</cx:pt>
          <cx:pt idx="296">1.5900000000000001</cx:pt>
          <cx:pt idx="297">1.6799999999999999</cx:pt>
          <cx:pt idx="298">1.79</cx:pt>
          <cx:pt idx="299">1.5</cx:pt>
          <cx:pt idx="300">1.74</cx:pt>
          <cx:pt idx="301">1.8799999999999999</cx:pt>
          <cx:pt idx="302">1.5800000000000001</cx:pt>
          <cx:pt idx="303">2.0699999999999998</cx:pt>
          <cx:pt idx="304">1.6299999999999999</cx:pt>
          <cx:pt idx="305">1.7</cx:pt>
          <cx:pt idx="306">1.6200000000000001</cx:pt>
          <cx:pt idx="307">1.8200000000000001</cx:pt>
          <cx:pt idx="308">1.74</cx:pt>
          <cx:pt idx="309">1.46</cx:pt>
          <cx:pt idx="310">1.8600000000000001</cx:pt>
          <cx:pt idx="311">1.6599999999999999</cx:pt>
          <cx:pt idx="312">1.8700000000000001</cx:pt>
          <cx:pt idx="313">1.95</cx:pt>
          <cx:pt idx="314">1.6399999999999999</cx:pt>
          <cx:pt idx="315">1.7</cx:pt>
          <cx:pt idx="316">1.24</cx:pt>
          <cx:pt idx="317">1.8200000000000001</cx:pt>
          <cx:pt idx="318">1.72</cx:pt>
          <cx:pt idx="319">1.55</cx:pt>
          <cx:pt idx="320">1.3999999999999999</cx:pt>
          <cx:pt idx="321">1.6899999999999999</cx:pt>
          <cx:pt idx="322">1.8700000000000001</cx:pt>
          <cx:pt idx="323">1.7</cx:pt>
          <cx:pt idx="324">1.75</cx:pt>
          <cx:pt idx="325">1.47</cx:pt>
          <cx:pt idx="326">1.6200000000000001</cx:pt>
          <cx:pt idx="327">1.79</cx:pt>
          <cx:pt idx="328">1.6799999999999999</cx:pt>
          <cx:pt idx="329">1.9099999999999999</cx:pt>
          <cx:pt idx="330">1.73</cx:pt>
          <cx:pt idx="331">1.76</cx:pt>
          <cx:pt idx="332">1.72</cx:pt>
          <cx:pt idx="333">1.71</cx:pt>
          <cx:pt idx="334">1.73</cx:pt>
          <cx:pt idx="335">1.4299999999999999</cx:pt>
          <cx:pt idx="336">1.6899999999999999</cx:pt>
          <cx:pt idx="337">1.6299999999999999</cx:pt>
          <cx:pt idx="338">1.6599999999999999</cx:pt>
          <cx:pt idx="339">1.4099999999999999</cx:pt>
          <cx:pt idx="340">1.77</cx:pt>
          <cx:pt idx="341">1.8600000000000001</cx:pt>
          <cx:pt idx="342">1.6299999999999999</cx:pt>
          <cx:pt idx="343">1.8500000000000001</cx:pt>
          <cx:pt idx="344">1.8400000000000001</cx:pt>
          <cx:pt idx="345">1.76</cx:pt>
          <cx:pt idx="346">1.71</cx:pt>
          <cx:pt idx="347">1.5700000000000001</cx:pt>
          <cx:pt idx="348">1.8100000000000001</cx:pt>
          <cx:pt idx="349">1.8500000000000001</cx:pt>
          <cx:pt idx="350">1.8899999999999999</cx:pt>
          <cx:pt idx="351">1.6899999999999999</cx:pt>
          <cx:pt idx="352">1.75</cx:pt>
          <cx:pt idx="353">1.9099999999999999</cx:pt>
          <cx:pt idx="354">1.5800000000000001</cx:pt>
          <cx:pt idx="355">1.6799999999999999</cx:pt>
          <cx:pt idx="356">1.3799999999999999</cx:pt>
          <cx:pt idx="357">1.5800000000000001</cx:pt>
          <cx:pt idx="358">1.8200000000000001</cx:pt>
          <cx:pt idx="359">1.6899999999999999</cx:pt>
          <cx:pt idx="360">1.72</cx:pt>
          <cx:pt idx="361">1.5800000000000001</cx:pt>
          <cx:pt idx="362">1.71</cx:pt>
          <cx:pt idx="363">1.6000000000000001</cx:pt>
          <cx:pt idx="364">1.95</cx:pt>
          <cx:pt idx="365">1.71</cx:pt>
          <cx:pt idx="366">1.8200000000000001</cx:pt>
          <cx:pt idx="367">1.71</cx:pt>
          <cx:pt idx="368">1.8899999999999999</cx:pt>
          <cx:pt idx="369">1.8300000000000001</cx:pt>
          <cx:pt idx="370">1.95</cx:pt>
          <cx:pt idx="371">1.3200000000000001</cx:pt>
          <cx:pt idx="372">1.6899999999999999</cx:pt>
          <cx:pt idx="373">1.7</cx:pt>
          <cx:pt idx="374">1.71</cx:pt>
          <cx:pt idx="375">1.8</cx:pt>
          <cx:pt idx="376">1.6200000000000001</cx:pt>
          <cx:pt idx="377">1.8799999999999999</cx:pt>
          <cx:pt idx="378">1.71</cx:pt>
          <cx:pt idx="379">1.8300000000000001</cx:pt>
          <cx:pt idx="380">1.3700000000000001</cx:pt>
          <cx:pt idx="381">1.4099999999999999</cx:pt>
          <cx:pt idx="382">1.6799999999999999</cx:pt>
          <cx:pt idx="383">1.4299999999999999</cx:pt>
          <cx:pt idx="384">1.6299999999999999</cx:pt>
          <cx:pt idx="385">1.8</cx:pt>
          <cx:pt idx="386">2.02</cx:pt>
          <cx:pt idx="387">1.79</cx:pt>
          <cx:pt idx="388">1.6399999999999999</cx:pt>
          <cx:pt idx="389">1.6899999999999999</cx:pt>
          <cx:pt idx="390">1.77</cx:pt>
          <cx:pt idx="391">1.6699999999999999</cx:pt>
          <cx:pt idx="392">1.7</cx:pt>
          <cx:pt idx="393">1.8400000000000001</cx:pt>
          <cx:pt idx="394">1.51</cx:pt>
          <cx:pt idx="395">1.8400000000000001</cx:pt>
          <cx:pt idx="396">1.6299999999999999</cx:pt>
          <cx:pt idx="397">1.6699999999999999</cx:pt>
          <cx:pt idx="398">1.8600000000000001</cx:pt>
          <cx:pt idx="399">1.74</cx:pt>
          <cx:pt idx="400">1.6699999999999999</cx:pt>
          <cx:pt idx="401">1.8999999999999999</cx:pt>
          <cx:pt idx="402">1.6000000000000001</cx:pt>
          <cx:pt idx="403">1.75</cx:pt>
          <cx:pt idx="404">1.55</cx:pt>
          <cx:pt idx="405">1.8600000000000001</cx:pt>
          <cx:pt idx="406">1.6200000000000001</cx:pt>
          <cx:pt idx="407">1.6899999999999999</cx:pt>
          <cx:pt idx="408">1.6899999999999999</cx:pt>
          <cx:pt idx="409">1.45</cx:pt>
          <cx:pt idx="410">1.79</cx:pt>
          <cx:pt idx="411">1.77</cx:pt>
          <cx:pt idx="412">1.52</cx:pt>
          <cx:pt idx="413">1.5800000000000001</cx:pt>
          <cx:pt idx="414">1.8700000000000001</cx:pt>
          <cx:pt idx="415">1.73</cx:pt>
          <cx:pt idx="416">1.51</cx:pt>
          <cx:pt idx="417">1.6299999999999999</cx:pt>
          <cx:pt idx="418">1.73</cx:pt>
          <cx:pt idx="419">1.5700000000000001</cx:pt>
          <cx:pt idx="420">1.49</cx:pt>
          <cx:pt idx="421">1.8400000000000001</cx:pt>
          <cx:pt idx="422">1.8100000000000001</cx:pt>
          <cx:pt idx="423">1.53</cx:pt>
          <cx:pt idx="424">1.9399999999999999</cx:pt>
          <cx:pt idx="425">1.6599999999999999</cx:pt>
          <cx:pt idx="426">1.74</cx:pt>
          <cx:pt idx="427">1.6100000000000001</cx:pt>
          <cx:pt idx="428">1.6200000000000001</cx:pt>
          <cx:pt idx="429">1.6799999999999999</cx:pt>
          <cx:pt idx="430">1.8700000000000001</cx:pt>
          <cx:pt idx="431">1.6499999999999999</cx:pt>
          <cx:pt idx="432">1.74</cx:pt>
          <cx:pt idx="433">1.53</cx:pt>
          <cx:pt idx="434">1.8899999999999999</cx:pt>
          <cx:pt idx="435">1.3899999999999999</cx:pt>
          <cx:pt idx="436">1.6899999999999999</cx:pt>
          <cx:pt idx="437">1.5600000000000001</cx:pt>
          <cx:pt idx="438">1.8400000000000001</cx:pt>
          <cx:pt idx="439">1.5700000000000001</cx:pt>
          <cx:pt idx="440">1.76</cx:pt>
          <cx:pt idx="441">1.6100000000000001</cx:pt>
          <cx:pt idx="442">1.48</cx:pt>
          <cx:pt idx="443">1.9199999999999999</cx:pt>
          <cx:pt idx="444">1.8</cx:pt>
          <cx:pt idx="445">1.78</cx:pt>
          <cx:pt idx="446">1.51</cx:pt>
          <cx:pt idx="447">1.8899999999999999</cx:pt>
          <cx:pt idx="448">1.6699999999999999</cx:pt>
          <cx:pt idx="449">1.6499999999999999</cx:pt>
          <cx:pt idx="450">1.8999999999999999</cx:pt>
          <cx:pt idx="451">1.5800000000000001</cx:pt>
          <cx:pt idx="452">1.6699999999999999</cx:pt>
          <cx:pt idx="453">1.49</cx:pt>
          <cx:pt idx="454">1.6399999999999999</cx:pt>
          <cx:pt idx="455">1.5800000000000001</cx:pt>
          <cx:pt idx="456">1.6399999999999999</cx:pt>
          <cx:pt idx="457">1.8700000000000001</cx:pt>
          <cx:pt idx="458">1.8200000000000001</cx:pt>
          <cx:pt idx="459">1.74</cx:pt>
          <cx:pt idx="460">1.48</cx:pt>
          <cx:pt idx="461">1.4299999999999999</cx:pt>
          <cx:pt idx="462">1.6399999999999999</cx:pt>
          <cx:pt idx="463">1.8700000000000001</cx:pt>
          <cx:pt idx="464">2.02</cx:pt>
          <cx:pt idx="465">1.4399999999999999</cx:pt>
          <cx:pt idx="466">1.8200000000000001</cx:pt>
          <cx:pt idx="467">1.6100000000000001</cx:pt>
          <cx:pt idx="468">1.5600000000000001</cx:pt>
          <cx:pt idx="469">1.6799999999999999</cx:pt>
          <cx:pt idx="470">1.78</cx:pt>
          <cx:pt idx="471">1.77</cx:pt>
          <cx:pt idx="472">1.52</cx:pt>
          <cx:pt idx="473">1.74</cx:pt>
          <cx:pt idx="474">1.75</cx:pt>
          <cx:pt idx="475">1.8600000000000001</cx:pt>
          <cx:pt idx="476">1.79</cx:pt>
          <cx:pt idx="477">1.46</cx:pt>
          <cx:pt idx="478">1.6299999999999999</cx:pt>
          <cx:pt idx="479">1.52</cx:pt>
          <cx:pt idx="480">1.6299999999999999</cx:pt>
          <cx:pt idx="481">1.72</cx:pt>
          <cx:pt idx="482">1.74</cx:pt>
          <cx:pt idx="483">1.6599999999999999</cx:pt>
          <cx:pt idx="484">1.72</cx:pt>
          <cx:pt idx="485">1.5600000000000001</cx:pt>
          <cx:pt idx="486">1.74</cx:pt>
          <cx:pt idx="487">1.74</cx:pt>
          <cx:pt idx="488">1.5800000000000001</cx:pt>
          <cx:pt idx="489">1.6899999999999999</cx:pt>
          <cx:pt idx="490">1.6799999999999999</cx:pt>
          <cx:pt idx="491">1.8300000000000001</cx:pt>
          <cx:pt idx="492">1.8899999999999999</cx:pt>
          <cx:pt idx="493">1.6799999999999999</cx:pt>
          <cx:pt idx="494">1.98</cx:pt>
          <cx:pt idx="495">1.53</cx:pt>
          <cx:pt idx="496">1.95</cx:pt>
          <cx:pt idx="497">1.46</cx:pt>
          <cx:pt idx="498">1.6799999999999999</cx:pt>
        </cx:lvl>
      </cx:numDim>
    </cx:data>
  </cx:chartData>
  <cx:chart>
    <cx:title pos="t" align="ctr" overlay="0">
      <cx:tx>
        <cx:txData>
          <cx:v>Altura de la población B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 sz="800"/>
          </a:pPr>
          <a:r>
            <a:rPr lang="en-US" sz="800" b="0" i="0" u="none" strike="noStrike" baseline="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/>
            </a:rPr>
            <a:t>Altura de la población B</a:t>
          </a:r>
        </a:p>
      </cx:txPr>
    </cx:title>
    <cx:plotArea>
      <cx:plotAreaRegion>
        <cx:series layoutId="clusteredColumn" uniqueId="{C8223F10-4E9E-854E-A47F-BE6D3E8D3BCF}">
          <cx:tx>
            <cx:txData>
              <cx:f>Sheet1!$A$1</cx:f>
              <cx:v>Series1</cx:v>
            </cx:txData>
          </cx:tx>
          <cx:spPr>
            <a:solidFill>
              <a:schemeClr val="bg2">
                <a:lumMod val="25000"/>
              </a:schemeClr>
            </a:solidFill>
          </cx:spPr>
          <cx:dataPt idx="10"/>
          <cx:dataPt idx="13"/>
          <cx:dataId val="0"/>
          <cx:layoutPr>
            <cx:binning intervalClosed="r">
              <cx:binSize val="0.068000000000000019"/>
            </cx:binning>
          </cx:layoutPr>
        </cx:series>
      </cx:plotAreaRegion>
      <cx:axis id="0" hidden="1">
        <cx:catScaling gapWidth="0"/>
        <cx:tickLabels/>
        <cx:numFmt formatCode="#,##0.0" sourceLinked="0"/>
        <cx:txPr>
          <a:bodyPr vertOverflow="overflow" horzOverflow="overflow" wrap="square" lIns="0" tIns="0" rIns="0" bIns="0"/>
          <a:lstStyle/>
          <a:p>
            <a:pPr algn="ctr" rtl="0">
              <a:defRPr sz="500" b="0" i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MX" sz="500"/>
          </a:p>
        </cx:txPr>
      </cx:axis>
      <cx:axis id="1" hidden="1">
        <cx:valScaling/>
        <cx:tickLabels/>
        <cx:txPr>
          <a:bodyPr vertOverflow="overflow" horzOverflow="overflow" wrap="square" lIns="0" tIns="0" rIns="0" bIns="0"/>
          <a:lstStyle/>
          <a:p>
            <a:pPr algn="ctr" rtl="0">
              <a:defRPr sz="800" b="0" i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MX" sz="800"/>
          </a:p>
        </cx:txPr>
      </cx:axis>
    </cx:plotArea>
  </cx:chart>
</cx:chartSpace>
</file>

<file path=ppt/charts/chartEx8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Sheet1!$A$2:$A$500</cx:f>
        <cx:lvl ptCount="499" formatCode="0.00">
          <cx:pt idx="0">1.6599999999999999</cx:pt>
          <cx:pt idx="1">1.6299999999999999</cx:pt>
          <cx:pt idx="2">1.6599999999999999</cx:pt>
          <cx:pt idx="3">1.74</cx:pt>
          <cx:pt idx="4">1.8700000000000001</cx:pt>
          <cx:pt idx="5">1.6200000000000001</cx:pt>
          <cx:pt idx="6">1.46</cx:pt>
          <cx:pt idx="7">1.8100000000000001</cx:pt>
          <cx:pt idx="8">1.6499999999999999</cx:pt>
          <cx:pt idx="9">1.6599999999999999</cx:pt>
          <cx:pt idx="10">1.8200000000000001</cx:pt>
          <cx:pt idx="11">1.6299999999999999</cx:pt>
          <cx:pt idx="12">1.53</cx:pt>
          <cx:pt idx="13">1.8300000000000001</cx:pt>
          <cx:pt idx="14">1.6599999999999999</cx:pt>
          <cx:pt idx="15">1.77</cx:pt>
          <cx:pt idx="16">1.8500000000000001</cx:pt>
          <cx:pt idx="17">1.6499999999999999</cx:pt>
          <cx:pt idx="18">1.5800000000000001</cx:pt>
          <cx:pt idx="19">1.73</cx:pt>
          <cx:pt idx="20">1.71</cx:pt>
          <cx:pt idx="21">1.8899999999999999</cx:pt>
          <cx:pt idx="22">1.74</cx:pt>
          <cx:pt idx="23">1.55</cx:pt>
          <cx:pt idx="24">1.74</cx:pt>
          <cx:pt idx="25">1.76</cx:pt>
          <cx:pt idx="26">1.6299999999999999</cx:pt>
          <cx:pt idx="27">1.8500000000000001</cx:pt>
          <cx:pt idx="28">1.3600000000000001</cx:pt>
          <cx:pt idx="29">1.6399999999999999</cx:pt>
          <cx:pt idx="30">1.54</cx:pt>
          <cx:pt idx="31">2.1899999999999999</cx:pt>
          <cx:pt idx="32">1.5900000000000001</cx:pt>
          <cx:pt idx="33">1.97</cx:pt>
          <cx:pt idx="34">1.7</cx:pt>
          <cx:pt idx="35">1.8700000000000001</cx:pt>
          <cx:pt idx="36">1.9399999999999999</cx:pt>
          <cx:pt idx="37">1.53</cx:pt>
          <cx:pt idx="38">1.5700000000000001</cx:pt>
          <cx:pt idx="39">1.6499999999999999</cx:pt>
          <cx:pt idx="40">1.79</cx:pt>
          <cx:pt idx="41">2.02</cx:pt>
          <cx:pt idx="42">1.6499999999999999</cx:pt>
          <cx:pt idx="43">1.77</cx:pt>
          <cx:pt idx="44">1.5700000000000001</cx:pt>
          <cx:pt idx="45">1.9199999999999999</cx:pt>
          <cx:pt idx="46">1.6899999999999999</cx:pt>
          <cx:pt idx="47">1.72</cx:pt>
          <cx:pt idx="48">1.72</cx:pt>
          <cx:pt idx="49">1.79</cx:pt>
          <cx:pt idx="50">1.6299999999999999</cx:pt>
          <cx:pt idx="51">1.52</cx:pt>
          <cx:pt idx="52">1.78</cx:pt>
          <cx:pt idx="53">1.97</cx:pt>
          <cx:pt idx="54">1.6299999999999999</cx:pt>
          <cx:pt idx="55">1.9099999999999999</cx:pt>
          <cx:pt idx="56">1.78</cx:pt>
          <cx:pt idx="57">1.6399999999999999</cx:pt>
          <cx:pt idx="58">1.46</cx:pt>
          <cx:pt idx="59">1.75</cx:pt>
          <cx:pt idx="60">1.5700000000000001</cx:pt>
          <cx:pt idx="61">1.95</cx:pt>
          <cx:pt idx="62">1.6000000000000001</cx:pt>
          <cx:pt idx="63">1.5700000000000001</cx:pt>
          <cx:pt idx="64">1.6200000000000001</cx:pt>
          <cx:pt idx="65">1.8300000000000001</cx:pt>
          <cx:pt idx="66">1.47</cx:pt>
          <cx:pt idx="67">1.8600000000000001</cx:pt>
          <cx:pt idx="68">1.4399999999999999</cx:pt>
          <cx:pt idx="69">1.8700000000000001</cx:pt>
          <cx:pt idx="70">1.5</cx:pt>
          <cx:pt idx="71">1.9399999999999999</cx:pt>
          <cx:pt idx="72">1.8999999999999999</cx:pt>
          <cx:pt idx="73">1.78</cx:pt>
          <cx:pt idx="74">1.8500000000000001</cx:pt>
          <cx:pt idx="75">2.04</cx:pt>
          <cx:pt idx="76">1.77</cx:pt>
          <cx:pt idx="77">1.5900000000000001</cx:pt>
          <cx:pt idx="78">1.53</cx:pt>
          <cx:pt idx="79">2.1000000000000001</cx:pt>
          <cx:pt idx="80">1.79</cx:pt>
          <cx:pt idx="81">1.71</cx:pt>
          <cx:pt idx="82">1.6499999999999999</cx:pt>
          <cx:pt idx="83">1.76</cx:pt>
          <cx:pt idx="84">2.0299999999999998</cx:pt>
          <cx:pt idx="85">1.8500000000000001</cx:pt>
          <cx:pt idx="86">1.6299999999999999</cx:pt>
          <cx:pt idx="87">1.9399999999999999</cx:pt>
          <cx:pt idx="88">1.9399999999999999</cx:pt>
          <cx:pt idx="89">1.74</cx:pt>
          <cx:pt idx="90">1.6499999999999999</cx:pt>
          <cx:pt idx="91">1.3</cx:pt>
          <cx:pt idx="92">1.51</cx:pt>
          <cx:pt idx="93">1.3999999999999999</cx:pt>
          <cx:pt idx="94">1.6299999999999999</cx:pt>
          <cx:pt idx="95">1.8</cx:pt>
          <cx:pt idx="96">1.6699999999999999</cx:pt>
          <cx:pt idx="97">1.3400000000000001</cx:pt>
          <cx:pt idx="98">1.49</cx:pt>
          <cx:pt idx="99">1.75</cx:pt>
          <cx:pt idx="100">1.6200000000000001</cx:pt>
          <cx:pt idx="101">1.8400000000000001</cx:pt>
          <cx:pt idx="102">1.6100000000000001</cx:pt>
          <cx:pt idx="103">1.5700000000000001</cx:pt>
          <cx:pt idx="104">1.78</cx:pt>
          <cx:pt idx="105">1.97</cx:pt>
          <cx:pt idx="106">1.7</cx:pt>
          <cx:pt idx="107">1.4199999999999999</cx:pt>
          <cx:pt idx="108">1.6899999999999999</cx:pt>
          <cx:pt idx="109">1.98</cx:pt>
          <cx:pt idx="110">1.6399999999999999</cx:pt>
          <cx:pt idx="111">1.6799999999999999</cx:pt>
          <cx:pt idx="112">1.76</cx:pt>
          <cx:pt idx="113">1.73</cx:pt>
          <cx:pt idx="114">1.47</cx:pt>
          <cx:pt idx="115">1.9299999999999999</cx:pt>
          <cx:pt idx="116">1.8899999999999999</cx:pt>
          <cx:pt idx="117">1.99</cx:pt>
          <cx:pt idx="118">1.8500000000000001</cx:pt>
          <cx:pt idx="119">1.54</cx:pt>
          <cx:pt idx="120">1.6499999999999999</cx:pt>
          <cx:pt idx="121">1.5700000000000001</cx:pt>
          <cx:pt idx="122">1.53</cx:pt>
          <cx:pt idx="123">1.9099999999999999</cx:pt>
          <cx:pt idx="124">1.6299999999999999</cx:pt>
          <cx:pt idx="125">1.97</cx:pt>
          <cx:pt idx="126">1.6200000000000001</cx:pt>
          <cx:pt idx="127">1.8100000000000001</cx:pt>
          <cx:pt idx="128">1.8799999999999999</cx:pt>
          <cx:pt idx="129">1.74</cx:pt>
          <cx:pt idx="130">1.8500000000000001</cx:pt>
          <cx:pt idx="131">1.5900000000000001</cx:pt>
          <cx:pt idx="132">1.51</cx:pt>
          <cx:pt idx="133">1.48</cx:pt>
          <cx:pt idx="134">1.6599999999999999</cx:pt>
          <cx:pt idx="135">1.9299999999999999</cx:pt>
          <cx:pt idx="136">1.8200000000000001</cx:pt>
          <cx:pt idx="137">1.6200000000000001</cx:pt>
          <cx:pt idx="138">1.75</cx:pt>
          <cx:pt idx="139">2.02</cx:pt>
          <cx:pt idx="140">1.6599999999999999</cx:pt>
          <cx:pt idx="141">1.8799999999999999</cx:pt>
          <cx:pt idx="142">2.0600000000000001</cx:pt>
          <cx:pt idx="143">1.6899999999999999</cx:pt>
          <cx:pt idx="144">1.77</cx:pt>
          <cx:pt idx="145">1.5600000000000001</cx:pt>
          <cx:pt idx="146">1.8100000000000001</cx:pt>
          <cx:pt idx="147">1.77</cx:pt>
          <cx:pt idx="148">1.6299999999999999</cx:pt>
          <cx:pt idx="149">1.5800000000000001</cx:pt>
          <cx:pt idx="150">1.8400000000000001</cx:pt>
          <cx:pt idx="151">1.5900000000000001</cx:pt>
          <cx:pt idx="152">1.6699999999999999</cx:pt>
          <cx:pt idx="153">1.4099999999999999</cx:pt>
          <cx:pt idx="154">1.6200000000000001</cx:pt>
          <cx:pt idx="155">1.6699999999999999</cx:pt>
          <cx:pt idx="156">1.55</cx:pt>
          <cx:pt idx="157">1.79</cx:pt>
          <cx:pt idx="158">1.74</cx:pt>
          <cx:pt idx="159">1.7</cx:pt>
          <cx:pt idx="160">1.5900000000000001</cx:pt>
          <cx:pt idx="161">1.5900000000000001</cx:pt>
          <cx:pt idx="162">1.8700000000000001</cx:pt>
          <cx:pt idx="163">1.48</cx:pt>
          <cx:pt idx="164">1.8600000000000001</cx:pt>
          <cx:pt idx="165">1.79</cx:pt>
          <cx:pt idx="166">1.6699999999999999</cx:pt>
          <cx:pt idx="167">1.6299999999999999</cx:pt>
          <cx:pt idx="168">1.52</cx:pt>
          <cx:pt idx="169">1.9099999999999999</cx:pt>
          <cx:pt idx="170">1.6299999999999999</cx:pt>
          <cx:pt idx="171">1.5600000000000001</cx:pt>
          <cx:pt idx="172">1.3200000000000001</cx:pt>
          <cx:pt idx="173">1.75</cx:pt>
          <cx:pt idx="174">1.77</cx:pt>
          <cx:pt idx="175">1.5</cx:pt>
          <cx:pt idx="176">1.78</cx:pt>
          <cx:pt idx="177">1.52</cx:pt>
          <cx:pt idx="178">1.72</cx:pt>
          <cx:pt idx="179">1.55</cx:pt>
          <cx:pt idx="180">2.0099999999999998</cx:pt>
          <cx:pt idx="181">1.6100000000000001</cx:pt>
          <cx:pt idx="182">1.6499999999999999</cx:pt>
          <cx:pt idx="183">1.72</cx:pt>
          <cx:pt idx="184">1.8200000000000001</cx:pt>
          <cx:pt idx="185">1.74</cx:pt>
          <cx:pt idx="186">1.45</cx:pt>
          <cx:pt idx="187">1.95</cx:pt>
          <cx:pt idx="188">1.4399999999999999</cx:pt>
          <cx:pt idx="189">1.53</cx:pt>
          <cx:pt idx="190">1.5800000000000001</cx:pt>
          <cx:pt idx="191">1.5900000000000001</cx:pt>
          <cx:pt idx="192">1.79</cx:pt>
          <cx:pt idx="193">1.8799999999999999</cx:pt>
          <cx:pt idx="194">1.8400000000000001</cx:pt>
          <cx:pt idx="195">1.73</cx:pt>
          <cx:pt idx="196">1.46</cx:pt>
          <cx:pt idx="197">1.6799999999999999</cx:pt>
          <cx:pt idx="198">2.1000000000000001</cx:pt>
          <cx:pt idx="199">2.0499999999999998</cx:pt>
          <cx:pt idx="200">1.6699999999999999</cx:pt>
          <cx:pt idx="201">1.8899999999999999</cx:pt>
          <cx:pt idx="202">1.6699999999999999</cx:pt>
          <cx:pt idx="203">1.74</cx:pt>
          <cx:pt idx="204">1.5900000000000001</cx:pt>
          <cx:pt idx="205">1.6599999999999999</cx:pt>
          <cx:pt idx="206">1.9199999999999999</cx:pt>
          <cx:pt idx="207">1.9299999999999999</cx:pt>
          <cx:pt idx="208">2.0099999999999998</cx:pt>
          <cx:pt idx="209">1.75</cx:pt>
          <cx:pt idx="210">1.6599999999999999</cx:pt>
          <cx:pt idx="211">1.78</cx:pt>
          <cx:pt idx="212">1.6599999999999999</cx:pt>
          <cx:pt idx="213">2.0899999999999999</cx:pt>
          <cx:pt idx="214">1.8100000000000001</cx:pt>
          <cx:pt idx="215">1.6899999999999999</cx:pt>
          <cx:pt idx="216">1.75</cx:pt>
          <cx:pt idx="217">1.8500000000000001</cx:pt>
          <cx:pt idx="218">1.6699999999999999</cx:pt>
          <cx:pt idx="219">1.6399999999999999</cx:pt>
          <cx:pt idx="220">1.6499999999999999</cx:pt>
          <cx:pt idx="221">1.6699999999999999</cx:pt>
          <cx:pt idx="222">1.6299999999999999</cx:pt>
          <cx:pt idx="223">1.6899999999999999</cx:pt>
          <cx:pt idx="224">1.3899999999999999</cx:pt>
          <cx:pt idx="225">1.8899999999999999</cx:pt>
          <cx:pt idx="226">1.8799999999999999</cx:pt>
          <cx:pt idx="227">1.8200000000000001</cx:pt>
          <cx:pt idx="228">1.78</cx:pt>
          <cx:pt idx="229">1.72</cx:pt>
          <cx:pt idx="230">1.51</cx:pt>
          <cx:pt idx="231">1.74</cx:pt>
          <cx:pt idx="232">1.75</cx:pt>
          <cx:pt idx="233">1.8600000000000001</cx:pt>
          <cx:pt idx="234">1.3600000000000001</cx:pt>
          <cx:pt idx="235">1.8100000000000001</cx:pt>
          <cx:pt idx="236">1.5600000000000001</cx:pt>
          <cx:pt idx="237">1.72</cx:pt>
          <cx:pt idx="238">1.55</cx:pt>
          <cx:pt idx="239">1.6499999999999999</cx:pt>
          <cx:pt idx="240">1.73</cx:pt>
          <cx:pt idx="241">1.71</cx:pt>
          <cx:pt idx="242">1.6899999999999999</cx:pt>
          <cx:pt idx="243">1.5600000000000001</cx:pt>
          <cx:pt idx="244">1.6200000000000001</cx:pt>
          <cx:pt idx="245">1.54</cx:pt>
          <cx:pt idx="246">1.6100000000000001</cx:pt>
          <cx:pt idx="247">1.8500000000000001</cx:pt>
          <cx:pt idx="248">1.8200000000000001</cx:pt>
          <cx:pt idx="249">1.6299999999999999</cx:pt>
          <cx:pt idx="250">1.75</cx:pt>
          <cx:pt idx="251">1.6100000000000001</cx:pt>
          <cx:pt idx="252">1.47</cx:pt>
          <cx:pt idx="253">1.99</cx:pt>
          <cx:pt idx="254">1.74</cx:pt>
          <cx:pt idx="255">1.52</cx:pt>
          <cx:pt idx="256">1.51</cx:pt>
          <cx:pt idx="257">1.8700000000000001</cx:pt>
          <cx:pt idx="258">1.6100000000000001</cx:pt>
          <cx:pt idx="259">1.76</cx:pt>
          <cx:pt idx="260">1.8</cx:pt>
          <cx:pt idx="261">1.8</cx:pt>
          <cx:pt idx="262">1.79</cx:pt>
          <cx:pt idx="263">1.6100000000000001</cx:pt>
          <cx:pt idx="264">1.6399999999999999</cx:pt>
          <cx:pt idx="265">1.6100000000000001</cx:pt>
          <cx:pt idx="266">1.6699999999999999</cx:pt>
          <cx:pt idx="267">1.5900000000000001</cx:pt>
          <cx:pt idx="268">1.49</cx:pt>
          <cx:pt idx="269">1.8799999999999999</cx:pt>
          <cx:pt idx="270">1.77</cx:pt>
          <cx:pt idx="271">1.72</cx:pt>
          <cx:pt idx="272">1.5700000000000001</cx:pt>
          <cx:pt idx="273">1.55</cx:pt>
          <cx:pt idx="274">1.51</cx:pt>
          <cx:pt idx="275">1.6399999999999999</cx:pt>
          <cx:pt idx="276">1.8</cx:pt>
          <cx:pt idx="277">1.8500000000000001</cx:pt>
          <cx:pt idx="278">1.8500000000000001</cx:pt>
          <cx:pt idx="279">1.51</cx:pt>
          <cx:pt idx="280">1.5600000000000001</cx:pt>
          <cx:pt idx="281">1.75</cx:pt>
          <cx:pt idx="282">1.6599999999999999</cx:pt>
          <cx:pt idx="283">1.8899999999999999</cx:pt>
          <cx:pt idx="284">1.6000000000000001</cx:pt>
          <cx:pt idx="285">1.8799999999999999</cx:pt>
          <cx:pt idx="286">1.8200000000000001</cx:pt>
          <cx:pt idx="287">1.6000000000000001</cx:pt>
          <cx:pt idx="288">1.73</cx:pt>
          <cx:pt idx="289">1.6100000000000001</cx:pt>
          <cx:pt idx="290">1.6200000000000001</cx:pt>
          <cx:pt idx="291">1.6799999999999999</cx:pt>
          <cx:pt idx="292">1.5600000000000001</cx:pt>
          <cx:pt idx="293">1.71</cx:pt>
          <cx:pt idx="294">1.9199999999999999</cx:pt>
          <cx:pt idx="295">1.53</cx:pt>
          <cx:pt idx="296">1.5900000000000001</cx:pt>
          <cx:pt idx="297">1.6799999999999999</cx:pt>
          <cx:pt idx="298">1.79</cx:pt>
          <cx:pt idx="299">1.5</cx:pt>
          <cx:pt idx="300">1.74</cx:pt>
          <cx:pt idx="301">1.8799999999999999</cx:pt>
          <cx:pt idx="302">1.5800000000000001</cx:pt>
          <cx:pt idx="303">2.0699999999999998</cx:pt>
          <cx:pt idx="304">1.6299999999999999</cx:pt>
          <cx:pt idx="305">1.7</cx:pt>
          <cx:pt idx="306">1.6200000000000001</cx:pt>
          <cx:pt idx="307">1.8200000000000001</cx:pt>
          <cx:pt idx="308">1.74</cx:pt>
          <cx:pt idx="309">1.46</cx:pt>
          <cx:pt idx="310">1.8600000000000001</cx:pt>
          <cx:pt idx="311">1.6599999999999999</cx:pt>
          <cx:pt idx="312">1.8700000000000001</cx:pt>
          <cx:pt idx="313">1.95</cx:pt>
          <cx:pt idx="314">1.6399999999999999</cx:pt>
          <cx:pt idx="315">1.7</cx:pt>
          <cx:pt idx="316">1.24</cx:pt>
          <cx:pt idx="317">1.8200000000000001</cx:pt>
          <cx:pt idx="318">1.72</cx:pt>
          <cx:pt idx="319">1.55</cx:pt>
          <cx:pt idx="320">1.3999999999999999</cx:pt>
          <cx:pt idx="321">1.6899999999999999</cx:pt>
          <cx:pt idx="322">1.8700000000000001</cx:pt>
          <cx:pt idx="323">1.7</cx:pt>
          <cx:pt idx="324">1.75</cx:pt>
          <cx:pt idx="325">1.47</cx:pt>
          <cx:pt idx="326">1.6200000000000001</cx:pt>
          <cx:pt idx="327">1.79</cx:pt>
          <cx:pt idx="328">1.6799999999999999</cx:pt>
          <cx:pt idx="329">1.9099999999999999</cx:pt>
          <cx:pt idx="330">1.73</cx:pt>
          <cx:pt idx="331">1.76</cx:pt>
          <cx:pt idx="332">1.72</cx:pt>
          <cx:pt idx="333">1.71</cx:pt>
          <cx:pt idx="334">1.73</cx:pt>
          <cx:pt idx="335">1.4299999999999999</cx:pt>
          <cx:pt idx="336">1.6899999999999999</cx:pt>
          <cx:pt idx="337">1.6299999999999999</cx:pt>
          <cx:pt idx="338">1.6599999999999999</cx:pt>
          <cx:pt idx="339">1.4099999999999999</cx:pt>
          <cx:pt idx="340">1.77</cx:pt>
          <cx:pt idx="341">1.8600000000000001</cx:pt>
          <cx:pt idx="342">1.6299999999999999</cx:pt>
          <cx:pt idx="343">1.8500000000000001</cx:pt>
          <cx:pt idx="344">1.8400000000000001</cx:pt>
          <cx:pt idx="345">1.76</cx:pt>
          <cx:pt idx="346">1.71</cx:pt>
          <cx:pt idx="347">1.5700000000000001</cx:pt>
          <cx:pt idx="348">1.8100000000000001</cx:pt>
          <cx:pt idx="349">1.8500000000000001</cx:pt>
          <cx:pt idx="350">1.8899999999999999</cx:pt>
          <cx:pt idx="351">1.6899999999999999</cx:pt>
          <cx:pt idx="352">1.75</cx:pt>
          <cx:pt idx="353">1.9099999999999999</cx:pt>
          <cx:pt idx="354">1.5800000000000001</cx:pt>
          <cx:pt idx="355">1.6799999999999999</cx:pt>
          <cx:pt idx="356">1.3799999999999999</cx:pt>
          <cx:pt idx="357">1.5800000000000001</cx:pt>
          <cx:pt idx="358">1.8200000000000001</cx:pt>
          <cx:pt idx="359">1.6899999999999999</cx:pt>
          <cx:pt idx="360">1.72</cx:pt>
          <cx:pt idx="361">1.5800000000000001</cx:pt>
          <cx:pt idx="362">1.71</cx:pt>
          <cx:pt idx="363">1.6000000000000001</cx:pt>
          <cx:pt idx="364">1.95</cx:pt>
          <cx:pt idx="365">1.71</cx:pt>
          <cx:pt idx="366">1.8200000000000001</cx:pt>
          <cx:pt idx="367">1.71</cx:pt>
          <cx:pt idx="368">1.8899999999999999</cx:pt>
          <cx:pt idx="369">1.8300000000000001</cx:pt>
          <cx:pt idx="370">1.95</cx:pt>
          <cx:pt idx="371">1.3200000000000001</cx:pt>
          <cx:pt idx="372">1.6899999999999999</cx:pt>
          <cx:pt idx="373">1.7</cx:pt>
          <cx:pt idx="374">1.71</cx:pt>
          <cx:pt idx="375">1.8</cx:pt>
          <cx:pt idx="376">1.6200000000000001</cx:pt>
          <cx:pt idx="377">1.8799999999999999</cx:pt>
          <cx:pt idx="378">1.71</cx:pt>
          <cx:pt idx="379">1.8300000000000001</cx:pt>
          <cx:pt idx="380">1.3700000000000001</cx:pt>
          <cx:pt idx="381">1.4099999999999999</cx:pt>
          <cx:pt idx="382">1.6799999999999999</cx:pt>
          <cx:pt idx="383">1.4299999999999999</cx:pt>
          <cx:pt idx="384">1.6299999999999999</cx:pt>
          <cx:pt idx="385">1.8</cx:pt>
          <cx:pt idx="386">2.02</cx:pt>
          <cx:pt idx="387">1.79</cx:pt>
          <cx:pt idx="388">1.6399999999999999</cx:pt>
          <cx:pt idx="389">1.6899999999999999</cx:pt>
          <cx:pt idx="390">1.77</cx:pt>
          <cx:pt idx="391">1.6699999999999999</cx:pt>
          <cx:pt idx="392">1.7</cx:pt>
          <cx:pt idx="393">1.8400000000000001</cx:pt>
          <cx:pt idx="394">1.51</cx:pt>
          <cx:pt idx="395">1.8400000000000001</cx:pt>
          <cx:pt idx="396">1.6299999999999999</cx:pt>
          <cx:pt idx="397">1.6699999999999999</cx:pt>
          <cx:pt idx="398">1.8600000000000001</cx:pt>
          <cx:pt idx="399">1.74</cx:pt>
          <cx:pt idx="400">1.6699999999999999</cx:pt>
          <cx:pt idx="401">1.8999999999999999</cx:pt>
          <cx:pt idx="402">1.6000000000000001</cx:pt>
          <cx:pt idx="403">1.75</cx:pt>
          <cx:pt idx="404">1.55</cx:pt>
          <cx:pt idx="405">1.8600000000000001</cx:pt>
          <cx:pt idx="406">1.6200000000000001</cx:pt>
          <cx:pt idx="407">1.6899999999999999</cx:pt>
          <cx:pt idx="408">1.6899999999999999</cx:pt>
          <cx:pt idx="409">1.45</cx:pt>
          <cx:pt idx="410">1.79</cx:pt>
          <cx:pt idx="411">1.77</cx:pt>
          <cx:pt idx="412">1.52</cx:pt>
          <cx:pt idx="413">1.5800000000000001</cx:pt>
          <cx:pt idx="414">1.8700000000000001</cx:pt>
          <cx:pt idx="415">1.73</cx:pt>
          <cx:pt idx="416">1.51</cx:pt>
          <cx:pt idx="417">1.6299999999999999</cx:pt>
          <cx:pt idx="418">1.73</cx:pt>
          <cx:pt idx="419">1.5700000000000001</cx:pt>
          <cx:pt idx="420">1.49</cx:pt>
          <cx:pt idx="421">1.8400000000000001</cx:pt>
          <cx:pt idx="422">1.8100000000000001</cx:pt>
          <cx:pt idx="423">1.53</cx:pt>
          <cx:pt idx="424">1.9399999999999999</cx:pt>
          <cx:pt idx="425">1.6599999999999999</cx:pt>
          <cx:pt idx="426">1.74</cx:pt>
          <cx:pt idx="427">1.6100000000000001</cx:pt>
          <cx:pt idx="428">1.6200000000000001</cx:pt>
          <cx:pt idx="429">1.6799999999999999</cx:pt>
          <cx:pt idx="430">1.8700000000000001</cx:pt>
          <cx:pt idx="431">1.6499999999999999</cx:pt>
          <cx:pt idx="432">1.74</cx:pt>
          <cx:pt idx="433">1.53</cx:pt>
          <cx:pt idx="434">1.8899999999999999</cx:pt>
          <cx:pt idx="435">1.3899999999999999</cx:pt>
          <cx:pt idx="436">1.6899999999999999</cx:pt>
          <cx:pt idx="437">1.5600000000000001</cx:pt>
          <cx:pt idx="438">1.8400000000000001</cx:pt>
          <cx:pt idx="439">1.5700000000000001</cx:pt>
          <cx:pt idx="440">1.76</cx:pt>
          <cx:pt idx="441">1.6100000000000001</cx:pt>
          <cx:pt idx="442">1.48</cx:pt>
          <cx:pt idx="443">1.9199999999999999</cx:pt>
          <cx:pt idx="444">1.8</cx:pt>
          <cx:pt idx="445">1.78</cx:pt>
          <cx:pt idx="446">1.51</cx:pt>
          <cx:pt idx="447">1.8899999999999999</cx:pt>
          <cx:pt idx="448">1.6699999999999999</cx:pt>
          <cx:pt idx="449">1.6499999999999999</cx:pt>
          <cx:pt idx="450">1.8999999999999999</cx:pt>
          <cx:pt idx="451">1.5800000000000001</cx:pt>
          <cx:pt idx="452">1.6699999999999999</cx:pt>
          <cx:pt idx="453">1.49</cx:pt>
          <cx:pt idx="454">1.6399999999999999</cx:pt>
          <cx:pt idx="455">1.5800000000000001</cx:pt>
          <cx:pt idx="456">1.6399999999999999</cx:pt>
          <cx:pt idx="457">1.8700000000000001</cx:pt>
          <cx:pt idx="458">1.8200000000000001</cx:pt>
          <cx:pt idx="459">1.74</cx:pt>
          <cx:pt idx="460">1.48</cx:pt>
          <cx:pt idx="461">1.4299999999999999</cx:pt>
          <cx:pt idx="462">1.6399999999999999</cx:pt>
          <cx:pt idx="463">1.8700000000000001</cx:pt>
          <cx:pt idx="464">2.02</cx:pt>
          <cx:pt idx="465">1.4399999999999999</cx:pt>
          <cx:pt idx="466">1.8200000000000001</cx:pt>
          <cx:pt idx="467">1.6100000000000001</cx:pt>
          <cx:pt idx="468">1.5600000000000001</cx:pt>
          <cx:pt idx="469">1.6799999999999999</cx:pt>
          <cx:pt idx="470">1.78</cx:pt>
          <cx:pt idx="471">1.77</cx:pt>
          <cx:pt idx="472">1.52</cx:pt>
          <cx:pt idx="473">1.74</cx:pt>
          <cx:pt idx="474">1.75</cx:pt>
          <cx:pt idx="475">1.8600000000000001</cx:pt>
          <cx:pt idx="476">1.79</cx:pt>
          <cx:pt idx="477">1.46</cx:pt>
          <cx:pt idx="478">1.6299999999999999</cx:pt>
          <cx:pt idx="479">1.52</cx:pt>
          <cx:pt idx="480">1.6299999999999999</cx:pt>
          <cx:pt idx="481">1.72</cx:pt>
          <cx:pt idx="482">1.74</cx:pt>
          <cx:pt idx="483">1.6599999999999999</cx:pt>
          <cx:pt idx="484">1.72</cx:pt>
          <cx:pt idx="485">1.5600000000000001</cx:pt>
          <cx:pt idx="486">1.74</cx:pt>
          <cx:pt idx="487">1.74</cx:pt>
          <cx:pt idx="488">1.5800000000000001</cx:pt>
          <cx:pt idx="489">1.6899999999999999</cx:pt>
          <cx:pt idx="490">1.6799999999999999</cx:pt>
          <cx:pt idx="491">1.8300000000000001</cx:pt>
          <cx:pt idx="492">1.8899999999999999</cx:pt>
          <cx:pt idx="493">1.6799999999999999</cx:pt>
          <cx:pt idx="494">1.98</cx:pt>
          <cx:pt idx="495">1.53</cx:pt>
          <cx:pt idx="496">1.95</cx:pt>
          <cx:pt idx="497">1.46</cx:pt>
          <cx:pt idx="498">1.6799999999999999</cx:pt>
        </cx:lvl>
      </cx:numDim>
    </cx:data>
  </cx:chartData>
  <cx:chart>
    <cx:plotArea>
      <cx:plotAreaRegion>
        <cx:series layoutId="clusteredColumn" uniqueId="{C8223F10-4E9E-854E-A47F-BE6D3E8D3BCF}">
          <cx:tx>
            <cx:txData>
              <cx:f>Sheet1!$A$1</cx:f>
              <cx:v>Series1</cx:v>
            </cx:txData>
          </cx:tx>
          <cx:spPr>
            <a:solidFill>
              <a:schemeClr val="bg2">
                <a:lumMod val="25000"/>
              </a:schemeClr>
            </a:solidFill>
          </cx:spPr>
          <cx:dataPt idx="10"/>
          <cx:dataPt idx="13"/>
          <cx:dataId val="0"/>
          <cx:layoutPr>
            <cx:binning intervalClosed="r">
              <cx:binSize val="0.068000000000000019"/>
            </cx:binning>
          </cx:layoutPr>
        </cx:series>
      </cx:plotAreaRegion>
      <cx:axis id="0" hidden="1">
        <cx:catScaling gapWidth="0"/>
        <cx:tickLabels/>
        <cx:numFmt formatCode="#,##0.0" sourceLinked="0"/>
        <cx:txPr>
          <a:bodyPr vertOverflow="overflow" horzOverflow="overflow" wrap="square" lIns="0" tIns="0" rIns="0" bIns="0"/>
          <a:lstStyle/>
          <a:p>
            <a:pPr algn="ctr" rtl="0">
              <a:defRPr sz="500" b="0" i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MX" sz="500"/>
          </a:p>
        </cx:txPr>
      </cx:axis>
      <cx:axis id="1" hidden="1">
        <cx:valScaling/>
        <cx:tickLabels/>
        <cx:txPr>
          <a:bodyPr vertOverflow="overflow" horzOverflow="overflow" wrap="square" lIns="0" tIns="0" rIns="0" bIns="0"/>
          <a:lstStyle/>
          <a:p>
            <a:pPr algn="ctr" rtl="0">
              <a:defRPr sz="800" b="0" i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MX" sz="800"/>
          </a:p>
        </cx:txPr>
      </cx:axis>
    </cx:plotArea>
  </cx:chart>
</cx:chartSpace>
</file>

<file path=ppt/charts/chartEx9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Sheet1!$A$2:$A$500</cx:f>
        <cx:lvl ptCount="499" formatCode="0.00">
          <cx:pt idx="0">1.6599999999999999</cx:pt>
          <cx:pt idx="1">1.6299999999999999</cx:pt>
          <cx:pt idx="2">1.6599999999999999</cx:pt>
          <cx:pt idx="3">1.74</cx:pt>
          <cx:pt idx="4">1.8700000000000001</cx:pt>
          <cx:pt idx="5">1.6200000000000001</cx:pt>
          <cx:pt idx="6">1.46</cx:pt>
          <cx:pt idx="7">1.8100000000000001</cx:pt>
          <cx:pt idx="8">1.6499999999999999</cx:pt>
          <cx:pt idx="9">1.6599999999999999</cx:pt>
          <cx:pt idx="10">1.8200000000000001</cx:pt>
          <cx:pt idx="11">1.6299999999999999</cx:pt>
          <cx:pt idx="12">1.53</cx:pt>
          <cx:pt idx="13">1.8300000000000001</cx:pt>
          <cx:pt idx="14">1.6599999999999999</cx:pt>
          <cx:pt idx="15">1.77</cx:pt>
          <cx:pt idx="16">1.8500000000000001</cx:pt>
          <cx:pt idx="17">1.6499999999999999</cx:pt>
          <cx:pt idx="18">1.5800000000000001</cx:pt>
          <cx:pt idx="19">1.73</cx:pt>
          <cx:pt idx="20">1.71</cx:pt>
          <cx:pt idx="21">1.8899999999999999</cx:pt>
          <cx:pt idx="22">1.74</cx:pt>
          <cx:pt idx="23">1.55</cx:pt>
          <cx:pt idx="24">1.74</cx:pt>
          <cx:pt idx="25">1.76</cx:pt>
          <cx:pt idx="26">1.6299999999999999</cx:pt>
          <cx:pt idx="27">1.8500000000000001</cx:pt>
          <cx:pt idx="28">1.3600000000000001</cx:pt>
          <cx:pt idx="29">1.6399999999999999</cx:pt>
          <cx:pt idx="30">1.54</cx:pt>
          <cx:pt idx="31">2.1899999999999999</cx:pt>
          <cx:pt idx="32">1.5900000000000001</cx:pt>
          <cx:pt idx="33">1.97</cx:pt>
          <cx:pt idx="34">1.7</cx:pt>
          <cx:pt idx="35">1.8700000000000001</cx:pt>
          <cx:pt idx="36">1.9399999999999999</cx:pt>
          <cx:pt idx="37">1.53</cx:pt>
          <cx:pt idx="38">1.5700000000000001</cx:pt>
          <cx:pt idx="39">1.6499999999999999</cx:pt>
          <cx:pt idx="40">1.79</cx:pt>
          <cx:pt idx="41">2.02</cx:pt>
          <cx:pt idx="42">1.6499999999999999</cx:pt>
          <cx:pt idx="43">1.77</cx:pt>
          <cx:pt idx="44">1.5700000000000001</cx:pt>
          <cx:pt idx="45">1.9199999999999999</cx:pt>
          <cx:pt idx="46">1.6899999999999999</cx:pt>
          <cx:pt idx="47">1.72</cx:pt>
          <cx:pt idx="48">1.72</cx:pt>
          <cx:pt idx="49">1.79</cx:pt>
          <cx:pt idx="50">1.6299999999999999</cx:pt>
          <cx:pt idx="51">1.52</cx:pt>
          <cx:pt idx="52">1.78</cx:pt>
          <cx:pt idx="53">1.97</cx:pt>
          <cx:pt idx="54">1.6299999999999999</cx:pt>
          <cx:pt idx="55">1.9099999999999999</cx:pt>
          <cx:pt idx="56">1.78</cx:pt>
          <cx:pt idx="57">1.6399999999999999</cx:pt>
          <cx:pt idx="58">1.46</cx:pt>
          <cx:pt idx="59">1.75</cx:pt>
          <cx:pt idx="60">1.5700000000000001</cx:pt>
          <cx:pt idx="61">1.95</cx:pt>
          <cx:pt idx="62">1.6000000000000001</cx:pt>
          <cx:pt idx="63">1.5700000000000001</cx:pt>
          <cx:pt idx="64">1.6200000000000001</cx:pt>
          <cx:pt idx="65">1.8300000000000001</cx:pt>
          <cx:pt idx="66">1.47</cx:pt>
          <cx:pt idx="67">1.8600000000000001</cx:pt>
          <cx:pt idx="68">1.4399999999999999</cx:pt>
          <cx:pt idx="69">1.8700000000000001</cx:pt>
          <cx:pt idx="70">1.5</cx:pt>
          <cx:pt idx="71">1.9399999999999999</cx:pt>
          <cx:pt idx="72">1.8999999999999999</cx:pt>
          <cx:pt idx="73">1.78</cx:pt>
          <cx:pt idx="74">1.8500000000000001</cx:pt>
          <cx:pt idx="75">2.04</cx:pt>
          <cx:pt idx="76">1.77</cx:pt>
          <cx:pt idx="77">1.5900000000000001</cx:pt>
          <cx:pt idx="78">1.53</cx:pt>
          <cx:pt idx="79">2.1000000000000001</cx:pt>
          <cx:pt idx="80">1.79</cx:pt>
          <cx:pt idx="81">1.71</cx:pt>
          <cx:pt idx="82">1.6499999999999999</cx:pt>
          <cx:pt idx="83">1.76</cx:pt>
          <cx:pt idx="84">2.0299999999999998</cx:pt>
          <cx:pt idx="85">1.8500000000000001</cx:pt>
          <cx:pt idx="86">1.6299999999999999</cx:pt>
          <cx:pt idx="87">1.9399999999999999</cx:pt>
          <cx:pt idx="88">1.9399999999999999</cx:pt>
          <cx:pt idx="89">1.74</cx:pt>
          <cx:pt idx="90">1.6499999999999999</cx:pt>
          <cx:pt idx="91">1.3</cx:pt>
          <cx:pt idx="92">1.51</cx:pt>
          <cx:pt idx="93">1.3999999999999999</cx:pt>
          <cx:pt idx="94">1.6299999999999999</cx:pt>
          <cx:pt idx="95">1.8</cx:pt>
          <cx:pt idx="96">1.6699999999999999</cx:pt>
          <cx:pt idx="97">1.3400000000000001</cx:pt>
          <cx:pt idx="98">1.49</cx:pt>
          <cx:pt idx="99">1.75</cx:pt>
          <cx:pt idx="100">1.6200000000000001</cx:pt>
          <cx:pt idx="101">1.8400000000000001</cx:pt>
          <cx:pt idx="102">1.6100000000000001</cx:pt>
          <cx:pt idx="103">1.5700000000000001</cx:pt>
          <cx:pt idx="104">1.78</cx:pt>
          <cx:pt idx="105">1.97</cx:pt>
          <cx:pt idx="106">1.7</cx:pt>
          <cx:pt idx="107">1.4199999999999999</cx:pt>
          <cx:pt idx="108">1.6899999999999999</cx:pt>
          <cx:pt idx="109">1.98</cx:pt>
          <cx:pt idx="110">1.6399999999999999</cx:pt>
          <cx:pt idx="111">1.6799999999999999</cx:pt>
          <cx:pt idx="112">1.76</cx:pt>
          <cx:pt idx="113">1.73</cx:pt>
          <cx:pt idx="114">1.47</cx:pt>
          <cx:pt idx="115">1.9299999999999999</cx:pt>
          <cx:pt idx="116">1.8899999999999999</cx:pt>
          <cx:pt idx="117">1.99</cx:pt>
          <cx:pt idx="118">1.8500000000000001</cx:pt>
          <cx:pt idx="119">1.54</cx:pt>
          <cx:pt idx="120">1.6499999999999999</cx:pt>
          <cx:pt idx="121">1.5700000000000001</cx:pt>
          <cx:pt idx="122">1.53</cx:pt>
          <cx:pt idx="123">1.9099999999999999</cx:pt>
          <cx:pt idx="124">1.6299999999999999</cx:pt>
          <cx:pt idx="125">1.97</cx:pt>
          <cx:pt idx="126">1.6200000000000001</cx:pt>
          <cx:pt idx="127">1.8100000000000001</cx:pt>
          <cx:pt idx="128">1.8799999999999999</cx:pt>
          <cx:pt idx="129">1.74</cx:pt>
          <cx:pt idx="130">1.8500000000000001</cx:pt>
          <cx:pt idx="131">1.5900000000000001</cx:pt>
          <cx:pt idx="132">1.51</cx:pt>
          <cx:pt idx="133">1.48</cx:pt>
          <cx:pt idx="134">1.6599999999999999</cx:pt>
          <cx:pt idx="135">1.9299999999999999</cx:pt>
          <cx:pt idx="136">1.8200000000000001</cx:pt>
          <cx:pt idx="137">1.6200000000000001</cx:pt>
          <cx:pt idx="138">1.75</cx:pt>
          <cx:pt idx="139">2.02</cx:pt>
          <cx:pt idx="140">1.6599999999999999</cx:pt>
          <cx:pt idx="141">1.8799999999999999</cx:pt>
          <cx:pt idx="142">2.0600000000000001</cx:pt>
          <cx:pt idx="143">1.6899999999999999</cx:pt>
          <cx:pt idx="144">1.77</cx:pt>
          <cx:pt idx="145">1.5600000000000001</cx:pt>
          <cx:pt idx="146">1.8100000000000001</cx:pt>
          <cx:pt idx="147">1.77</cx:pt>
          <cx:pt idx="148">1.6299999999999999</cx:pt>
          <cx:pt idx="149">1.5800000000000001</cx:pt>
          <cx:pt idx="150">1.8400000000000001</cx:pt>
          <cx:pt idx="151">1.5900000000000001</cx:pt>
          <cx:pt idx="152">1.6699999999999999</cx:pt>
          <cx:pt idx="153">1.4099999999999999</cx:pt>
          <cx:pt idx="154">1.6200000000000001</cx:pt>
          <cx:pt idx="155">1.6699999999999999</cx:pt>
          <cx:pt idx="156">1.55</cx:pt>
          <cx:pt idx="157">1.79</cx:pt>
          <cx:pt idx="158">1.74</cx:pt>
          <cx:pt idx="159">1.7</cx:pt>
          <cx:pt idx="160">1.5900000000000001</cx:pt>
          <cx:pt idx="161">1.5900000000000001</cx:pt>
          <cx:pt idx="162">1.8700000000000001</cx:pt>
          <cx:pt idx="163">1.48</cx:pt>
          <cx:pt idx="164">1.8600000000000001</cx:pt>
          <cx:pt idx="165">1.79</cx:pt>
          <cx:pt idx="166">1.6699999999999999</cx:pt>
          <cx:pt idx="167">1.6299999999999999</cx:pt>
          <cx:pt idx="168">1.52</cx:pt>
          <cx:pt idx="169">1.9099999999999999</cx:pt>
          <cx:pt idx="170">1.6299999999999999</cx:pt>
          <cx:pt idx="171">1.5600000000000001</cx:pt>
          <cx:pt idx="172">1.3200000000000001</cx:pt>
          <cx:pt idx="173">1.75</cx:pt>
          <cx:pt idx="174">1.77</cx:pt>
          <cx:pt idx="175">1.5</cx:pt>
          <cx:pt idx="176">1.78</cx:pt>
          <cx:pt idx="177">1.52</cx:pt>
          <cx:pt idx="178">1.72</cx:pt>
          <cx:pt idx="179">1.55</cx:pt>
          <cx:pt idx="180">2.0099999999999998</cx:pt>
          <cx:pt idx="181">1.6100000000000001</cx:pt>
          <cx:pt idx="182">1.6499999999999999</cx:pt>
          <cx:pt idx="183">1.72</cx:pt>
          <cx:pt idx="184">1.8200000000000001</cx:pt>
          <cx:pt idx="185">1.74</cx:pt>
          <cx:pt idx="186">1.45</cx:pt>
          <cx:pt idx="187">1.95</cx:pt>
          <cx:pt idx="188">1.4399999999999999</cx:pt>
          <cx:pt idx="189">1.53</cx:pt>
          <cx:pt idx="190">1.5800000000000001</cx:pt>
          <cx:pt idx="191">1.5900000000000001</cx:pt>
          <cx:pt idx="192">1.79</cx:pt>
          <cx:pt idx="193">1.8799999999999999</cx:pt>
          <cx:pt idx="194">1.8400000000000001</cx:pt>
          <cx:pt idx="195">1.73</cx:pt>
          <cx:pt idx="196">1.46</cx:pt>
          <cx:pt idx="197">1.6799999999999999</cx:pt>
          <cx:pt idx="198">2.1000000000000001</cx:pt>
          <cx:pt idx="199">2.0499999999999998</cx:pt>
          <cx:pt idx="200">1.6699999999999999</cx:pt>
          <cx:pt idx="201">1.8899999999999999</cx:pt>
          <cx:pt idx="202">1.6699999999999999</cx:pt>
          <cx:pt idx="203">1.74</cx:pt>
          <cx:pt idx="204">1.5900000000000001</cx:pt>
          <cx:pt idx="205">1.6599999999999999</cx:pt>
          <cx:pt idx="206">1.9199999999999999</cx:pt>
          <cx:pt idx="207">1.9299999999999999</cx:pt>
          <cx:pt idx="208">2.0099999999999998</cx:pt>
          <cx:pt idx="209">1.75</cx:pt>
          <cx:pt idx="210">1.6599999999999999</cx:pt>
          <cx:pt idx="211">1.78</cx:pt>
          <cx:pt idx="212">1.6599999999999999</cx:pt>
          <cx:pt idx="213">2.0899999999999999</cx:pt>
          <cx:pt idx="214">1.8100000000000001</cx:pt>
          <cx:pt idx="215">1.6899999999999999</cx:pt>
          <cx:pt idx="216">1.75</cx:pt>
          <cx:pt idx="217">1.8500000000000001</cx:pt>
          <cx:pt idx="218">1.6699999999999999</cx:pt>
          <cx:pt idx="219">1.6399999999999999</cx:pt>
          <cx:pt idx="220">1.6499999999999999</cx:pt>
          <cx:pt idx="221">1.6699999999999999</cx:pt>
          <cx:pt idx="222">1.6299999999999999</cx:pt>
          <cx:pt idx="223">1.6899999999999999</cx:pt>
          <cx:pt idx="224">1.3899999999999999</cx:pt>
          <cx:pt idx="225">1.8899999999999999</cx:pt>
          <cx:pt idx="226">1.8799999999999999</cx:pt>
          <cx:pt idx="227">1.8200000000000001</cx:pt>
          <cx:pt idx="228">1.78</cx:pt>
          <cx:pt idx="229">1.72</cx:pt>
          <cx:pt idx="230">1.51</cx:pt>
          <cx:pt idx="231">1.74</cx:pt>
          <cx:pt idx="232">1.75</cx:pt>
          <cx:pt idx="233">1.8600000000000001</cx:pt>
          <cx:pt idx="234">1.3600000000000001</cx:pt>
          <cx:pt idx="235">1.8100000000000001</cx:pt>
          <cx:pt idx="236">1.5600000000000001</cx:pt>
          <cx:pt idx="237">1.72</cx:pt>
          <cx:pt idx="238">1.55</cx:pt>
          <cx:pt idx="239">1.6499999999999999</cx:pt>
          <cx:pt idx="240">1.73</cx:pt>
          <cx:pt idx="241">1.71</cx:pt>
          <cx:pt idx="242">1.6899999999999999</cx:pt>
          <cx:pt idx="243">1.5600000000000001</cx:pt>
          <cx:pt idx="244">1.6200000000000001</cx:pt>
          <cx:pt idx="245">1.54</cx:pt>
          <cx:pt idx="246">1.6100000000000001</cx:pt>
          <cx:pt idx="247">1.8500000000000001</cx:pt>
          <cx:pt idx="248">1.8200000000000001</cx:pt>
          <cx:pt idx="249">1.6299999999999999</cx:pt>
          <cx:pt idx="250">1.75</cx:pt>
          <cx:pt idx="251">1.6100000000000001</cx:pt>
          <cx:pt idx="252">1.47</cx:pt>
          <cx:pt idx="253">1.99</cx:pt>
          <cx:pt idx="254">1.74</cx:pt>
          <cx:pt idx="255">1.52</cx:pt>
          <cx:pt idx="256">1.51</cx:pt>
          <cx:pt idx="257">1.8700000000000001</cx:pt>
          <cx:pt idx="258">1.6100000000000001</cx:pt>
          <cx:pt idx="259">1.76</cx:pt>
          <cx:pt idx="260">1.8</cx:pt>
          <cx:pt idx="261">1.8</cx:pt>
          <cx:pt idx="262">1.79</cx:pt>
          <cx:pt idx="263">1.6100000000000001</cx:pt>
          <cx:pt idx="264">1.6399999999999999</cx:pt>
          <cx:pt idx="265">1.6100000000000001</cx:pt>
          <cx:pt idx="266">1.6699999999999999</cx:pt>
          <cx:pt idx="267">1.5900000000000001</cx:pt>
          <cx:pt idx="268">1.49</cx:pt>
          <cx:pt idx="269">1.8799999999999999</cx:pt>
          <cx:pt idx="270">1.77</cx:pt>
          <cx:pt idx="271">1.72</cx:pt>
          <cx:pt idx="272">1.5700000000000001</cx:pt>
          <cx:pt idx="273">1.55</cx:pt>
          <cx:pt idx="274">1.51</cx:pt>
          <cx:pt idx="275">1.6399999999999999</cx:pt>
          <cx:pt idx="276">1.8</cx:pt>
          <cx:pt idx="277">1.8500000000000001</cx:pt>
          <cx:pt idx="278">1.8500000000000001</cx:pt>
          <cx:pt idx="279">1.51</cx:pt>
          <cx:pt idx="280">1.5600000000000001</cx:pt>
          <cx:pt idx="281">1.75</cx:pt>
          <cx:pt idx="282">1.6599999999999999</cx:pt>
          <cx:pt idx="283">1.8899999999999999</cx:pt>
          <cx:pt idx="284">1.6000000000000001</cx:pt>
          <cx:pt idx="285">1.8799999999999999</cx:pt>
          <cx:pt idx="286">1.8200000000000001</cx:pt>
          <cx:pt idx="287">1.6000000000000001</cx:pt>
          <cx:pt idx="288">1.73</cx:pt>
          <cx:pt idx="289">1.6100000000000001</cx:pt>
          <cx:pt idx="290">1.6200000000000001</cx:pt>
          <cx:pt idx="291">1.6799999999999999</cx:pt>
          <cx:pt idx="292">1.5600000000000001</cx:pt>
          <cx:pt idx="293">1.71</cx:pt>
          <cx:pt idx="294">1.9199999999999999</cx:pt>
          <cx:pt idx="295">1.53</cx:pt>
          <cx:pt idx="296">1.5900000000000001</cx:pt>
          <cx:pt idx="297">1.6799999999999999</cx:pt>
          <cx:pt idx="298">1.79</cx:pt>
          <cx:pt idx="299">1.5</cx:pt>
          <cx:pt idx="300">1.74</cx:pt>
          <cx:pt idx="301">1.8799999999999999</cx:pt>
          <cx:pt idx="302">1.5800000000000001</cx:pt>
          <cx:pt idx="303">2.0699999999999998</cx:pt>
          <cx:pt idx="304">1.6299999999999999</cx:pt>
          <cx:pt idx="305">1.7</cx:pt>
          <cx:pt idx="306">1.6200000000000001</cx:pt>
          <cx:pt idx="307">1.8200000000000001</cx:pt>
          <cx:pt idx="308">1.74</cx:pt>
          <cx:pt idx="309">1.46</cx:pt>
          <cx:pt idx="310">1.8600000000000001</cx:pt>
          <cx:pt idx="311">1.6599999999999999</cx:pt>
          <cx:pt idx="312">1.8700000000000001</cx:pt>
          <cx:pt idx="313">1.95</cx:pt>
          <cx:pt idx="314">1.6399999999999999</cx:pt>
          <cx:pt idx="315">1.7</cx:pt>
          <cx:pt idx="316">1.24</cx:pt>
          <cx:pt idx="317">1.8200000000000001</cx:pt>
          <cx:pt idx="318">1.72</cx:pt>
          <cx:pt idx="319">1.55</cx:pt>
          <cx:pt idx="320">1.3999999999999999</cx:pt>
          <cx:pt idx="321">1.6899999999999999</cx:pt>
          <cx:pt idx="322">1.8700000000000001</cx:pt>
          <cx:pt idx="323">1.7</cx:pt>
          <cx:pt idx="324">1.75</cx:pt>
          <cx:pt idx="325">1.47</cx:pt>
          <cx:pt idx="326">1.6200000000000001</cx:pt>
          <cx:pt idx="327">1.79</cx:pt>
          <cx:pt idx="328">1.6799999999999999</cx:pt>
          <cx:pt idx="329">1.9099999999999999</cx:pt>
          <cx:pt idx="330">1.73</cx:pt>
          <cx:pt idx="331">1.76</cx:pt>
          <cx:pt idx="332">1.72</cx:pt>
          <cx:pt idx="333">1.71</cx:pt>
          <cx:pt idx="334">1.73</cx:pt>
          <cx:pt idx="335">1.4299999999999999</cx:pt>
          <cx:pt idx="336">1.6899999999999999</cx:pt>
          <cx:pt idx="337">1.6299999999999999</cx:pt>
          <cx:pt idx="338">1.6599999999999999</cx:pt>
          <cx:pt idx="339">1.4099999999999999</cx:pt>
          <cx:pt idx="340">1.77</cx:pt>
          <cx:pt idx="341">1.8600000000000001</cx:pt>
          <cx:pt idx="342">1.6299999999999999</cx:pt>
          <cx:pt idx="343">1.8500000000000001</cx:pt>
          <cx:pt idx="344">1.8400000000000001</cx:pt>
          <cx:pt idx="345">1.76</cx:pt>
          <cx:pt idx="346">1.71</cx:pt>
          <cx:pt idx="347">1.5700000000000001</cx:pt>
          <cx:pt idx="348">1.8100000000000001</cx:pt>
          <cx:pt idx="349">1.8500000000000001</cx:pt>
          <cx:pt idx="350">1.8899999999999999</cx:pt>
          <cx:pt idx="351">1.6899999999999999</cx:pt>
          <cx:pt idx="352">1.75</cx:pt>
          <cx:pt idx="353">1.9099999999999999</cx:pt>
          <cx:pt idx="354">1.5800000000000001</cx:pt>
          <cx:pt idx="355">1.6799999999999999</cx:pt>
          <cx:pt idx="356">1.3799999999999999</cx:pt>
          <cx:pt idx="357">1.5800000000000001</cx:pt>
          <cx:pt idx="358">1.8200000000000001</cx:pt>
          <cx:pt idx="359">1.6899999999999999</cx:pt>
          <cx:pt idx="360">1.72</cx:pt>
          <cx:pt idx="361">1.5800000000000001</cx:pt>
          <cx:pt idx="362">1.71</cx:pt>
          <cx:pt idx="363">1.6000000000000001</cx:pt>
          <cx:pt idx="364">1.95</cx:pt>
          <cx:pt idx="365">1.71</cx:pt>
          <cx:pt idx="366">1.8200000000000001</cx:pt>
          <cx:pt idx="367">1.71</cx:pt>
          <cx:pt idx="368">1.8899999999999999</cx:pt>
          <cx:pt idx="369">1.8300000000000001</cx:pt>
          <cx:pt idx="370">1.95</cx:pt>
          <cx:pt idx="371">1.3200000000000001</cx:pt>
          <cx:pt idx="372">1.6899999999999999</cx:pt>
          <cx:pt idx="373">1.7</cx:pt>
          <cx:pt idx="374">1.71</cx:pt>
          <cx:pt idx="375">1.8</cx:pt>
          <cx:pt idx="376">1.6200000000000001</cx:pt>
          <cx:pt idx="377">1.8799999999999999</cx:pt>
          <cx:pt idx="378">1.71</cx:pt>
          <cx:pt idx="379">1.8300000000000001</cx:pt>
          <cx:pt idx="380">1.3700000000000001</cx:pt>
          <cx:pt idx="381">1.4099999999999999</cx:pt>
          <cx:pt idx="382">1.6799999999999999</cx:pt>
          <cx:pt idx="383">1.4299999999999999</cx:pt>
          <cx:pt idx="384">1.6299999999999999</cx:pt>
          <cx:pt idx="385">1.8</cx:pt>
          <cx:pt idx="386">2.02</cx:pt>
          <cx:pt idx="387">1.79</cx:pt>
          <cx:pt idx="388">1.6399999999999999</cx:pt>
          <cx:pt idx="389">1.6899999999999999</cx:pt>
          <cx:pt idx="390">1.77</cx:pt>
          <cx:pt idx="391">1.6699999999999999</cx:pt>
          <cx:pt idx="392">1.7</cx:pt>
          <cx:pt idx="393">1.8400000000000001</cx:pt>
          <cx:pt idx="394">1.51</cx:pt>
          <cx:pt idx="395">1.8400000000000001</cx:pt>
          <cx:pt idx="396">1.6299999999999999</cx:pt>
          <cx:pt idx="397">1.6699999999999999</cx:pt>
          <cx:pt idx="398">1.8600000000000001</cx:pt>
          <cx:pt idx="399">1.74</cx:pt>
          <cx:pt idx="400">1.6699999999999999</cx:pt>
          <cx:pt idx="401">1.8999999999999999</cx:pt>
          <cx:pt idx="402">1.6000000000000001</cx:pt>
          <cx:pt idx="403">1.75</cx:pt>
          <cx:pt idx="404">1.55</cx:pt>
          <cx:pt idx="405">1.8600000000000001</cx:pt>
          <cx:pt idx="406">1.6200000000000001</cx:pt>
          <cx:pt idx="407">1.6899999999999999</cx:pt>
          <cx:pt idx="408">1.6899999999999999</cx:pt>
          <cx:pt idx="409">1.45</cx:pt>
          <cx:pt idx="410">1.79</cx:pt>
          <cx:pt idx="411">1.77</cx:pt>
          <cx:pt idx="412">1.52</cx:pt>
          <cx:pt idx="413">1.5800000000000001</cx:pt>
          <cx:pt idx="414">1.8700000000000001</cx:pt>
          <cx:pt idx="415">1.73</cx:pt>
          <cx:pt idx="416">1.51</cx:pt>
          <cx:pt idx="417">1.6299999999999999</cx:pt>
          <cx:pt idx="418">1.73</cx:pt>
          <cx:pt idx="419">1.5700000000000001</cx:pt>
          <cx:pt idx="420">1.49</cx:pt>
          <cx:pt idx="421">1.8400000000000001</cx:pt>
          <cx:pt idx="422">1.8100000000000001</cx:pt>
          <cx:pt idx="423">1.53</cx:pt>
          <cx:pt idx="424">1.9399999999999999</cx:pt>
          <cx:pt idx="425">1.6599999999999999</cx:pt>
          <cx:pt idx="426">1.74</cx:pt>
          <cx:pt idx="427">1.6100000000000001</cx:pt>
          <cx:pt idx="428">1.6200000000000001</cx:pt>
          <cx:pt idx="429">1.6799999999999999</cx:pt>
          <cx:pt idx="430">1.8700000000000001</cx:pt>
          <cx:pt idx="431">1.6499999999999999</cx:pt>
          <cx:pt idx="432">1.74</cx:pt>
          <cx:pt idx="433">1.53</cx:pt>
          <cx:pt idx="434">1.8899999999999999</cx:pt>
          <cx:pt idx="435">1.3899999999999999</cx:pt>
          <cx:pt idx="436">1.6899999999999999</cx:pt>
          <cx:pt idx="437">1.5600000000000001</cx:pt>
          <cx:pt idx="438">1.8400000000000001</cx:pt>
          <cx:pt idx="439">1.5700000000000001</cx:pt>
          <cx:pt idx="440">1.76</cx:pt>
          <cx:pt idx="441">1.6100000000000001</cx:pt>
          <cx:pt idx="442">1.48</cx:pt>
          <cx:pt idx="443">1.9199999999999999</cx:pt>
          <cx:pt idx="444">1.8</cx:pt>
          <cx:pt idx="445">1.78</cx:pt>
          <cx:pt idx="446">1.51</cx:pt>
          <cx:pt idx="447">1.8899999999999999</cx:pt>
          <cx:pt idx="448">1.6699999999999999</cx:pt>
          <cx:pt idx="449">1.6499999999999999</cx:pt>
          <cx:pt idx="450">1.8999999999999999</cx:pt>
          <cx:pt idx="451">1.5800000000000001</cx:pt>
          <cx:pt idx="452">1.6699999999999999</cx:pt>
          <cx:pt idx="453">1.49</cx:pt>
          <cx:pt idx="454">1.6399999999999999</cx:pt>
          <cx:pt idx="455">1.5800000000000001</cx:pt>
          <cx:pt idx="456">1.6399999999999999</cx:pt>
          <cx:pt idx="457">1.8700000000000001</cx:pt>
          <cx:pt idx="458">1.8200000000000001</cx:pt>
          <cx:pt idx="459">1.74</cx:pt>
          <cx:pt idx="460">1.48</cx:pt>
          <cx:pt idx="461">1.4299999999999999</cx:pt>
          <cx:pt idx="462">1.6399999999999999</cx:pt>
          <cx:pt idx="463">1.8700000000000001</cx:pt>
          <cx:pt idx="464">2.02</cx:pt>
          <cx:pt idx="465">1.4399999999999999</cx:pt>
          <cx:pt idx="466">1.8200000000000001</cx:pt>
          <cx:pt idx="467">1.6100000000000001</cx:pt>
          <cx:pt idx="468">1.5600000000000001</cx:pt>
          <cx:pt idx="469">1.6799999999999999</cx:pt>
          <cx:pt idx="470">1.78</cx:pt>
          <cx:pt idx="471">1.77</cx:pt>
          <cx:pt idx="472">1.52</cx:pt>
          <cx:pt idx="473">1.74</cx:pt>
          <cx:pt idx="474">1.75</cx:pt>
          <cx:pt idx="475">1.8600000000000001</cx:pt>
          <cx:pt idx="476">1.79</cx:pt>
          <cx:pt idx="477">1.46</cx:pt>
          <cx:pt idx="478">1.6299999999999999</cx:pt>
          <cx:pt idx="479">1.52</cx:pt>
          <cx:pt idx="480">1.6299999999999999</cx:pt>
          <cx:pt idx="481">1.72</cx:pt>
          <cx:pt idx="482">1.74</cx:pt>
          <cx:pt idx="483">1.6599999999999999</cx:pt>
          <cx:pt idx="484">1.72</cx:pt>
          <cx:pt idx="485">1.5600000000000001</cx:pt>
          <cx:pt idx="486">1.74</cx:pt>
          <cx:pt idx="487">1.74</cx:pt>
          <cx:pt idx="488">1.5800000000000001</cx:pt>
          <cx:pt idx="489">1.6899999999999999</cx:pt>
          <cx:pt idx="490">1.6799999999999999</cx:pt>
          <cx:pt idx="491">1.8300000000000001</cx:pt>
          <cx:pt idx="492">1.8899999999999999</cx:pt>
          <cx:pt idx="493">1.6799999999999999</cx:pt>
          <cx:pt idx="494">1.98</cx:pt>
          <cx:pt idx="495">1.53</cx:pt>
          <cx:pt idx="496">1.95</cx:pt>
          <cx:pt idx="497">1.46</cx:pt>
          <cx:pt idx="498">1.6799999999999999</cx:pt>
        </cx:lvl>
      </cx:numDim>
    </cx:data>
  </cx:chartData>
  <cx:chart>
    <cx:title pos="t" align="ctr" overlay="0">
      <cx:tx>
        <cx:txData>
          <cx:v>Peso de la población A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 sz="800"/>
          </a:pPr>
          <a:r>
            <a:rPr lang="en-US" sz="800" b="0" i="0" u="none" strike="noStrike" baseline="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/>
            </a:rPr>
            <a:t>Peso de la población A</a:t>
          </a:r>
        </a:p>
      </cx:txPr>
    </cx:title>
    <cx:plotArea>
      <cx:plotAreaRegion>
        <cx:series layoutId="clusteredColumn" uniqueId="{C8223F10-4E9E-854E-A47F-BE6D3E8D3BCF}">
          <cx:tx>
            <cx:txData>
              <cx:f>Sheet1!$A$1</cx:f>
              <cx:v>Series1</cx:v>
            </cx:txData>
          </cx:tx>
          <cx:spPr>
            <a:solidFill>
              <a:schemeClr val="bg2">
                <a:lumMod val="25000"/>
              </a:schemeClr>
            </a:solidFill>
          </cx:spPr>
          <cx:dataPt idx="10"/>
          <cx:dataPt idx="13"/>
          <cx:dataId val="0"/>
          <cx:layoutPr>
            <cx:binning intervalClosed="r">
              <cx:binSize val="0.068000000000000019"/>
            </cx:binning>
          </cx:layoutPr>
        </cx:series>
      </cx:plotAreaRegion>
      <cx:axis id="0" hidden="1">
        <cx:catScaling gapWidth="0"/>
        <cx:tickLabels/>
        <cx:numFmt formatCode="#,##0.0" sourceLinked="0"/>
        <cx:txPr>
          <a:bodyPr vertOverflow="overflow" horzOverflow="overflow" wrap="square" lIns="0" tIns="0" rIns="0" bIns="0"/>
          <a:lstStyle/>
          <a:p>
            <a:pPr algn="ctr" rtl="0">
              <a:defRPr sz="500" b="0" i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MX" sz="500"/>
          </a:p>
        </cx:txPr>
      </cx:axis>
      <cx:axis id="1" hidden="1">
        <cx:valScaling/>
        <cx:tickLabels/>
        <cx:txPr>
          <a:bodyPr vertOverflow="overflow" horzOverflow="overflow" wrap="square" lIns="0" tIns="0" rIns="0" bIns="0"/>
          <a:lstStyle/>
          <a:p>
            <a:pPr algn="ctr" rtl="0">
              <a:defRPr sz="800" b="0" i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MX" sz="800"/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074FF-72D2-EBDC-FE9F-C0CA2A86C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D9D8CD-6E41-3F64-3A2B-FB2B31068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E6C2B-DD08-9F00-60C7-4C31275DD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CBA49-6134-0B48-A076-B533CDE171D2}" type="datetimeFigureOut">
              <a:rPr lang="es-ES_tradnl" smtClean="0"/>
              <a:t>2/10/23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A6C50-3B89-6B11-405D-1BC9289D1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103E6-C1DA-3670-0A07-39AFBA121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A66A1-A181-9941-91B2-5716EF715BB1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0285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A170A-3E93-6C73-75A6-213EDB53D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24712-E1B1-76EE-2FCE-4BA21F5E3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532FF-84A4-9295-2558-E7EF51B5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CBA49-6134-0B48-A076-B533CDE171D2}" type="datetimeFigureOut">
              <a:rPr lang="es-ES_tradnl" smtClean="0"/>
              <a:t>2/10/23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B7727-6A8B-78EF-A1EB-2B36467BB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22F93-E7E1-42EA-1206-214C237FA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A66A1-A181-9941-91B2-5716EF715BB1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17508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18444-22EC-DD67-43F6-139F752F0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6ED5E-1596-7838-3BE4-E87B6B32D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19AE3-2DAB-377D-9C2F-259767CD8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CBA49-6134-0B48-A076-B533CDE171D2}" type="datetimeFigureOut">
              <a:rPr lang="es-ES_tradnl" smtClean="0"/>
              <a:t>2/10/23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94DA0-DAB5-D85A-5AEE-D4C95E02C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3B9BE-FDC9-5403-D2C4-2DF60B50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A66A1-A181-9941-91B2-5716EF715BB1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0373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2282C-5631-2A36-7BD9-D8F85A9BE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29D88-ED98-3A1A-8A99-51E45918E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E7573-3A61-5C41-2E2B-5A1E15585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E0999-1277-DC67-6991-AA69FFCFB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CBA49-6134-0B48-A076-B533CDE171D2}" type="datetimeFigureOut">
              <a:rPr lang="es-ES_tradnl" smtClean="0"/>
              <a:t>2/10/23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0FDAC-4777-5628-48DF-6E4EC8D42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66D3C-0534-7C57-B50F-CB5CE0A4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A66A1-A181-9941-91B2-5716EF715BB1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71551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16C01-DD72-922F-82C1-457F6CC5C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71CDB-82C9-8634-43FF-4AEFB5CD6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F73D6-469A-5E4C-BEE0-9065C0816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3EBCB3-A945-9529-80DD-FF9A8D180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3F473F-650F-E051-77C2-718336ADD5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A48FBE-1F48-CCB2-06C5-8A157333D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CBA49-6134-0B48-A076-B533CDE171D2}" type="datetimeFigureOut">
              <a:rPr lang="es-ES_tradnl" smtClean="0"/>
              <a:t>2/10/23</a:t>
            </a:fld>
            <a:endParaRPr lang="es-ES_trad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AE19C4-7239-1485-3774-C335C23C5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801F7D-DF8C-C9DF-7BBF-99FA09AE5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A66A1-A181-9941-91B2-5716EF715BB1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26121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87369-9248-52DA-F84D-1C8F6B56B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EBC37F-CDA6-1C65-F89D-0863D7FB5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CBA49-6134-0B48-A076-B533CDE171D2}" type="datetimeFigureOut">
              <a:rPr lang="es-ES_tradnl" smtClean="0"/>
              <a:t>2/10/23</a:t>
            </a:fld>
            <a:endParaRPr lang="es-ES_trad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8F4227-EF52-AFBD-BAC7-F6341B112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7BB324-D93A-8345-AF24-C23A34B6A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A66A1-A181-9941-91B2-5716EF715BB1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0600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E26E8B-4070-4B27-D6CD-7FBE06A60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CBA49-6134-0B48-A076-B533CDE171D2}" type="datetimeFigureOut">
              <a:rPr lang="es-ES_tradnl" smtClean="0"/>
              <a:t>2/10/23</a:t>
            </a:fld>
            <a:endParaRPr lang="es-ES_trad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77BF3C-10FB-4B2E-8D34-B98CF671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ECF79-0BE0-3426-7DD7-68F8D8F9D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A66A1-A181-9941-91B2-5716EF715BB1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85178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A28B3-9681-6D15-13BD-6AD1D4E9D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21A4A-2CD4-D25E-21D2-469541462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07EF29-6422-8F66-6D68-F95B135B0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4C0E8-2205-E57E-F387-97C5D53D7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CBA49-6134-0B48-A076-B533CDE171D2}" type="datetimeFigureOut">
              <a:rPr lang="es-ES_tradnl" smtClean="0"/>
              <a:t>2/10/23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8D00F-FD59-B559-DE5F-6C4F8C5F1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2828C-0EE0-EC77-6802-41D6795CD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A66A1-A181-9941-91B2-5716EF715BB1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22333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32E2A-94B9-1572-E8CE-2A640ACD7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E28EDD-9B89-642A-0780-492613F134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A6169-2A15-FE61-2938-5AC2C2168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8ED76-4568-269A-1960-DF08FF4DB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CBA49-6134-0B48-A076-B533CDE171D2}" type="datetimeFigureOut">
              <a:rPr lang="es-ES_tradnl" smtClean="0"/>
              <a:t>2/10/23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83C5E-9E45-1DB0-212A-3AF3DBFB6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2FC74-828F-A7C9-9193-5613C8C1F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A66A1-A181-9941-91B2-5716EF715BB1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15518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F3A34-77E7-BA6C-7175-A875BEF85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94D8A-688A-4B53-5F4E-9199FAC43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5BA3-3DA8-30BF-2CE7-1785273D1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CBA49-6134-0B48-A076-B533CDE171D2}" type="datetimeFigureOut">
              <a:rPr lang="es-ES_tradnl" smtClean="0"/>
              <a:t>2/10/23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FC82C-B040-D884-1564-5020C24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F247-20DF-FCBE-94C2-60D3A35C3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A66A1-A181-9941-91B2-5716EF715BB1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05391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1FA8DD-A87E-239F-345D-F00F230385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E765F3-3645-52AC-49B3-71B490BB7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081DA-3B51-D46E-5F06-874EE3DAC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CBA49-6134-0B48-A076-B533CDE171D2}" type="datetimeFigureOut">
              <a:rPr lang="es-ES_tradnl" smtClean="0"/>
              <a:t>2/10/23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EA176-ED46-53A3-2079-82564627D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D74E0-BAC2-5B6B-EBD1-37C09CC6A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A66A1-A181-9941-91B2-5716EF715BB1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29378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ACF217-1965-46F4-3C8D-11F02E88D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FAD68-B36B-8258-AD50-B9D275BB9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4B123-44B1-A50A-84F8-544A967B9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6CBA49-6134-0B48-A076-B533CDE171D2}" type="datetimeFigureOut">
              <a:rPr lang="es-ES_tradnl" smtClean="0"/>
              <a:t>2/10/23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E2B1A-F7C3-CFA4-0B54-E2E5DDB16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E0E4F-93D2-F6D8-FB00-E0CF31683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A66A1-A181-9941-91B2-5716EF715BB1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03513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14/relationships/chartEx" Target="../charts/chartEx3.xm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3.png"/><Relationship Id="rId5" Type="http://schemas.microsoft.com/office/2014/relationships/chartEx" Target="../charts/chartEx2.xml"/><Relationship Id="rId10" Type="http://schemas.openxmlformats.org/officeDocument/2006/relationships/image" Target="NULL"/><Relationship Id="rId4" Type="http://schemas.openxmlformats.org/officeDocument/2006/relationships/chart" Target="../charts/chart1.xml"/><Relationship Id="rId9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14/relationships/chartEx" Target="../charts/chartEx5.xm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microsoft.com/office/2014/relationships/chartEx" Target="../charts/chartEx7.xml"/><Relationship Id="rId2" Type="http://schemas.openxmlformats.org/officeDocument/2006/relationships/image" Target="NULL"/><Relationship Id="rId16" Type="http://schemas.microsoft.com/office/2014/relationships/chartEx" Target="../charts/chartEx9.xml"/><Relationship Id="rId1" Type="http://schemas.openxmlformats.org/officeDocument/2006/relationships/slideLayout" Target="../slideLayouts/slideLayout2.xml"/><Relationship Id="rId6" Type="http://schemas.microsoft.com/office/2014/relationships/chartEx" Target="../charts/chartEx4.xm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microsoft.com/office/2014/relationships/chartEx" Target="../charts/chartEx6.xm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microsoft.com/office/2014/relationships/chartEx" Target="../charts/chartEx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tl.nist.gov/div898/handbook/eda/eda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E284-08B3-A00E-2247-29748D9304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_tradnl" dirty="0"/>
              <a:t>Análisis exploratorio de datos</a:t>
            </a:r>
          </a:p>
        </p:txBody>
      </p:sp>
    </p:spTree>
    <p:extLst>
      <p:ext uri="{BB962C8B-B14F-4D97-AF65-F5344CB8AC3E}">
        <p14:creationId xmlns:p14="http://schemas.microsoft.com/office/powerpoint/2010/main" val="2811073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481D2-C9B0-1D93-16E8-DA9D16FF1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¿Qué es AED (EDA)?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D599FF-0880-37BA-1626-B674057C7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5739"/>
            <a:ext cx="10515600" cy="47271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“loosely speaking, any method of looking at data that does not include formal statistical modeling and inference falls under the term exploratory data analysis” -- 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Howard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Seltman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(Carnegie Mellon University)</a:t>
            </a:r>
            <a:endParaRPr lang="en-US" sz="3200" b="0" i="0" dirty="0">
              <a:solidFill>
                <a:srgbClr val="313131"/>
              </a:solidFill>
              <a:effectLst/>
              <a:latin typeface="Source Sans Pro" panose="020B0503030403020204" pitchFamily="34" charset="0"/>
            </a:endParaRPr>
          </a:p>
          <a:p>
            <a:pPr marL="0" indent="0">
              <a:buNone/>
            </a:pPr>
            <a:endParaRPr lang="es-ES_tradnl" sz="3200" dirty="0">
              <a:solidFill>
                <a:srgbClr val="313131"/>
              </a:solidFill>
              <a:latin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Origen: </a:t>
            </a:r>
            <a:r>
              <a:rPr lang="es-ES_tradnl" sz="32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Mosteller</a:t>
            </a: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 F, Tukey JW (1977) Data </a:t>
            </a:r>
            <a:r>
              <a:rPr lang="es-ES_tradnl" sz="32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analysis</a:t>
            </a: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 and </a:t>
            </a:r>
            <a:r>
              <a:rPr lang="es-ES_tradnl" sz="32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regression</a:t>
            </a: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“</a:t>
            </a:r>
            <a:r>
              <a:rPr lang="es-ES_tradnl" sz="32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It</a:t>
            </a: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s-ES_tradnl" sz="32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is</a:t>
            </a: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s-ES_tradnl" sz="32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important</a:t>
            </a: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s-ES_tradnl" sz="32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to</a:t>
            </a: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s-ES_tradnl" sz="32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understand</a:t>
            </a: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s-ES_tradnl" sz="32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what</a:t>
            </a: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s-ES_tradnl" sz="32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you</a:t>
            </a: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 CAN DO, </a:t>
            </a:r>
            <a:r>
              <a:rPr lang="es-ES_tradnl" sz="32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before</a:t>
            </a: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s-ES_tradnl" sz="32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you</a:t>
            </a: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s-ES_tradnl" sz="32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learn</a:t>
            </a: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s-ES_tradnl" sz="32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to</a:t>
            </a: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s-ES_tradnl" sz="32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measure</a:t>
            </a: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s-ES_tradnl" sz="32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how</a:t>
            </a: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 WELL </a:t>
            </a:r>
            <a:r>
              <a:rPr lang="es-ES_tradnl" sz="32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you</a:t>
            </a: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s-ES_tradnl" sz="32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seem</a:t>
            </a: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s-ES_tradnl" sz="32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to</a:t>
            </a: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s-ES_tradnl" sz="32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have</a:t>
            </a: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 DONE </a:t>
            </a:r>
            <a:r>
              <a:rPr lang="es-ES_tradnl" sz="32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it</a:t>
            </a: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.” </a:t>
            </a:r>
          </a:p>
          <a:p>
            <a:pPr marL="0" indent="0">
              <a:buNone/>
            </a:pPr>
            <a:r>
              <a:rPr lang="es-ES_tradnl" sz="3200" dirty="0">
                <a:solidFill>
                  <a:srgbClr val="313131"/>
                </a:solidFill>
                <a:latin typeface="Source Sans Pro" panose="020B0503030403020204" pitchFamily="34" charset="0"/>
              </a:rPr>
              <a:t>Mira los datos para ver lo que parecen decir. </a:t>
            </a:r>
          </a:p>
          <a:p>
            <a:pPr marL="0" indent="0">
              <a:buNone/>
            </a:pPr>
            <a:endParaRPr lang="en-US" sz="2000" dirty="0">
              <a:solidFill>
                <a:srgbClr val="313131"/>
              </a:solidFill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247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481D2-C9B0-1D93-16E8-DA9D16FF1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¿Qué es AED (EDA)?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D599FF-0880-37BA-1626-B674057C7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5739"/>
            <a:ext cx="10515600" cy="4727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EDA es un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enfoque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del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análisis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de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datos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que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pospone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las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suposiciones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habituales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sobre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qué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tipo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de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modelo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siguen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los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datos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por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el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planteamiento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más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directo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de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permitir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que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los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propios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datos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revelen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su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estructura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y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modelo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3200" b="0" i="0" dirty="0" err="1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subyacentes</a:t>
            </a:r>
            <a:r>
              <a:rPr lang="en-U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.</a:t>
            </a:r>
          </a:p>
          <a:p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Graficar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los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datos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brutos</a:t>
            </a:r>
            <a:endParaRPr lang="en-US" sz="2000" dirty="0">
              <a:solidFill>
                <a:srgbClr val="313131"/>
              </a:solidFill>
              <a:latin typeface="Source Sans Pro" panose="020B0503030403020204" pitchFamily="34" charset="0"/>
            </a:endParaRPr>
          </a:p>
          <a:p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Graficar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estadísticas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simples</a:t>
            </a:r>
          </a:p>
          <a:p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Posicionamiento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de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dichos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gráficos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para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maximizar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nuestras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capacidades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naturales de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reconocimiento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de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patrones</a:t>
            </a:r>
            <a:endParaRPr lang="en-US" sz="2000" dirty="0">
              <a:solidFill>
                <a:srgbClr val="313131"/>
              </a:solidFill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79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481D2-C9B0-1D93-16E8-DA9D16FF1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¿Qué es AED (EDA)?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D599FF-0880-37BA-1626-B674057C7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2978"/>
            <a:ext cx="10515600" cy="4727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200" b="0" i="0" dirty="0">
                <a:solidFill>
                  <a:srgbClr val="313131"/>
                </a:solidFill>
                <a:effectLst/>
                <a:latin typeface="Source Sans Pro" panose="020B0503030403020204" pitchFamily="34" charset="0"/>
              </a:rPr>
              <a:t>Objetivos:</a:t>
            </a:r>
          </a:p>
          <a:p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maximizar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la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comprensión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de un conjunto de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datos</a:t>
            </a:r>
            <a:endParaRPr lang="en-US" sz="2000" dirty="0">
              <a:solidFill>
                <a:srgbClr val="313131"/>
              </a:solidFill>
              <a:latin typeface="Source Sans Pro" panose="020B0503030403020204" pitchFamily="34" charset="0"/>
            </a:endParaRPr>
          </a:p>
          <a:p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descubrir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la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estructura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subyacente</a:t>
            </a:r>
            <a:endParaRPr lang="en-US" sz="2000" dirty="0">
              <a:solidFill>
                <a:srgbClr val="313131"/>
              </a:solidFill>
              <a:latin typeface="Source Sans Pro" panose="020B0503030403020204" pitchFamily="34" charset="0"/>
            </a:endParaRPr>
          </a:p>
          <a:p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extraer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variables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importantes</a:t>
            </a:r>
            <a:endParaRPr lang="en-US" sz="2000" dirty="0">
              <a:solidFill>
                <a:srgbClr val="313131"/>
              </a:solidFill>
              <a:latin typeface="Source Sans Pro" panose="020B0503030403020204" pitchFamily="34" charset="0"/>
            </a:endParaRPr>
          </a:p>
          <a:p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detectar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valores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atípicos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y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anomalías</a:t>
            </a:r>
            <a:endParaRPr lang="en-US" sz="2000" dirty="0">
              <a:solidFill>
                <a:srgbClr val="313131"/>
              </a:solidFill>
              <a:latin typeface="Source Sans Pro" panose="020B0503030403020204" pitchFamily="34" charset="0"/>
            </a:endParaRPr>
          </a:p>
          <a:p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comprobar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los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supuestos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subyacentes</a:t>
            </a:r>
            <a:endParaRPr lang="en-US" sz="2000" dirty="0">
              <a:solidFill>
                <a:srgbClr val="313131"/>
              </a:solidFill>
              <a:latin typeface="Source Sans Pro" panose="020B0503030403020204" pitchFamily="34" charset="0"/>
            </a:endParaRPr>
          </a:p>
          <a:p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desarrollar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modelos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parsimoniosos</a:t>
            </a:r>
            <a:endParaRPr lang="en-US" sz="2000" dirty="0">
              <a:solidFill>
                <a:srgbClr val="313131"/>
              </a:solidFill>
              <a:latin typeface="Source Sans Pro" panose="020B0503030403020204" pitchFamily="34" charset="0"/>
            </a:endParaRPr>
          </a:p>
          <a:p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determinar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la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configuración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óptima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de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los</a:t>
            </a:r>
            <a:r>
              <a:rPr lang="en-US" sz="2000" dirty="0">
                <a:solidFill>
                  <a:srgbClr val="313131"/>
                </a:solidFill>
                <a:latin typeface="Source Sans Pro" panose="020B0503030403020204" pitchFamily="34" charset="0"/>
              </a:rPr>
              <a:t> </a:t>
            </a:r>
            <a:r>
              <a:rPr lang="en-US" sz="2000" dirty="0" err="1">
                <a:solidFill>
                  <a:srgbClr val="313131"/>
                </a:solidFill>
                <a:latin typeface="Source Sans Pro" panose="020B0503030403020204" pitchFamily="34" charset="0"/>
              </a:rPr>
              <a:t>factores</a:t>
            </a:r>
            <a:endParaRPr lang="en-US" sz="2000" dirty="0">
              <a:solidFill>
                <a:srgbClr val="313131"/>
              </a:solidFill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746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8EB85-B429-1F28-0C66-6A14675EA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8878"/>
            <a:ext cx="5257800" cy="5748085"/>
          </a:xfrm>
        </p:spPr>
        <p:txBody>
          <a:bodyPr/>
          <a:lstStyle/>
          <a:p>
            <a:pPr marL="0" indent="0">
              <a:buNone/>
            </a:pPr>
            <a:r>
              <a:rPr lang="en-US" b="0" i="0" u="sng" dirty="0" err="1">
                <a:solidFill>
                  <a:srgbClr val="000000"/>
                </a:solidFill>
                <a:effectLst/>
                <a:latin typeface="Times"/>
              </a:rPr>
              <a:t>Enfoque</a:t>
            </a:r>
            <a:r>
              <a:rPr lang="en-US" b="0" i="0" u="sng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en-US" b="0" i="0" u="sng" dirty="0" err="1">
                <a:solidFill>
                  <a:srgbClr val="000000"/>
                </a:solidFill>
                <a:effectLst/>
                <a:latin typeface="Times"/>
              </a:rPr>
              <a:t>clásico</a:t>
            </a:r>
            <a:endParaRPr lang="en-US" b="0" i="0" u="sng" dirty="0">
              <a:solidFill>
                <a:srgbClr val="000000"/>
              </a:solidFill>
              <a:effectLst/>
              <a:latin typeface="Times"/>
            </a:endParaRPr>
          </a:p>
          <a:p>
            <a:pPr marL="0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Problema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 =&gt;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Datos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 =&gt;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Modelo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 =&gt;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Análisis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 =&gt;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Conclusiones</a:t>
            </a:r>
            <a:endParaRPr lang="en-US" b="0" i="0" dirty="0">
              <a:solidFill>
                <a:srgbClr val="000000"/>
              </a:solidFill>
              <a:effectLst/>
              <a:latin typeface="Times"/>
            </a:endParaRPr>
          </a:p>
          <a:p>
            <a:pPr marL="0" indent="0">
              <a:buNone/>
            </a:pPr>
            <a:endParaRPr lang="en-US" b="0" i="0" dirty="0">
              <a:solidFill>
                <a:srgbClr val="000000"/>
              </a:solidFill>
              <a:effectLst/>
              <a:latin typeface="Times"/>
            </a:endParaRPr>
          </a:p>
          <a:p>
            <a:r>
              <a:rPr lang="en-US" dirty="0" err="1">
                <a:solidFill>
                  <a:srgbClr val="000000"/>
                </a:solidFill>
                <a:latin typeface="Times"/>
              </a:rPr>
              <a:t>Impone</a:t>
            </a:r>
            <a:r>
              <a:rPr lang="en-US" dirty="0">
                <a:solidFill>
                  <a:srgbClr val="000000"/>
                </a:solidFill>
                <a:latin typeface="Time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"/>
              </a:rPr>
              <a:t>modelos</a:t>
            </a:r>
            <a:endParaRPr lang="en-US" dirty="0">
              <a:solidFill>
                <a:srgbClr val="000000"/>
              </a:solidFill>
              <a:latin typeface="Times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Se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enfoca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en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el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modelo</a:t>
            </a:r>
            <a:endParaRPr lang="en-US" b="0" i="0" dirty="0">
              <a:solidFill>
                <a:srgbClr val="000000"/>
              </a:solidFill>
              <a:effectLst/>
              <a:latin typeface="Times"/>
            </a:endParaRPr>
          </a:p>
          <a:p>
            <a:r>
              <a:rPr lang="en-US" dirty="0" err="1">
                <a:solidFill>
                  <a:srgbClr val="000000"/>
                </a:solidFill>
                <a:latin typeface="Times"/>
              </a:rPr>
              <a:t>Técnicas</a:t>
            </a:r>
            <a:r>
              <a:rPr lang="en-US" dirty="0">
                <a:solidFill>
                  <a:srgbClr val="000000"/>
                </a:solidFill>
                <a:latin typeface="Time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"/>
              </a:rPr>
              <a:t>cuantitativas</a:t>
            </a:r>
            <a:r>
              <a:rPr lang="en-US" dirty="0">
                <a:solidFill>
                  <a:srgbClr val="000000"/>
                </a:solidFill>
                <a:latin typeface="Time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"/>
              </a:rPr>
              <a:t>clásicas</a:t>
            </a:r>
            <a:endParaRPr lang="en-US" dirty="0">
              <a:solidFill>
                <a:srgbClr val="000000"/>
              </a:solidFill>
              <a:latin typeface="Times"/>
            </a:endParaRPr>
          </a:p>
          <a:p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Rigurosidad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matemática</a:t>
            </a:r>
            <a:endParaRPr lang="en-US" b="0" i="0" dirty="0">
              <a:solidFill>
                <a:srgbClr val="000000"/>
              </a:solidFill>
              <a:effectLst/>
              <a:latin typeface="Times"/>
            </a:endParaRPr>
          </a:p>
          <a:p>
            <a:r>
              <a:rPr lang="en-US" dirty="0" err="1">
                <a:solidFill>
                  <a:srgbClr val="000000"/>
                </a:solidFill>
                <a:latin typeface="Times"/>
              </a:rPr>
              <a:t>Hace</a:t>
            </a:r>
            <a:r>
              <a:rPr lang="en-US" dirty="0">
                <a:solidFill>
                  <a:srgbClr val="000000"/>
                </a:solidFill>
                <a:latin typeface="Time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"/>
              </a:rPr>
              <a:t>suposiciones</a:t>
            </a:r>
            <a:endParaRPr lang="en-US" b="0" i="0" dirty="0">
              <a:solidFill>
                <a:srgbClr val="000000"/>
              </a:solidFill>
              <a:effectLst/>
              <a:latin typeface="Times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Times"/>
            </a:endParaRPr>
          </a:p>
          <a:p>
            <a:pPr marL="0" indent="0">
              <a:buNone/>
            </a:pPr>
            <a:endParaRPr lang="en-US" b="0" i="0" dirty="0">
              <a:solidFill>
                <a:srgbClr val="000000"/>
              </a:solidFill>
              <a:effectLst/>
              <a:latin typeface="Times"/>
            </a:endParaRPr>
          </a:p>
          <a:p>
            <a:pPr marL="0" indent="0">
              <a:buNone/>
            </a:pPr>
            <a:endParaRPr lang="en-MX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6491ECA-7C92-7098-AEB0-F0D43D2AE961}"/>
              </a:ext>
            </a:extLst>
          </p:cNvPr>
          <p:cNvSpPr txBox="1">
            <a:spLocks/>
          </p:cNvSpPr>
          <p:nvPr/>
        </p:nvSpPr>
        <p:spPr>
          <a:xfrm>
            <a:off x="6096000" y="428878"/>
            <a:ext cx="5257800" cy="5748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>
                <a:solidFill>
                  <a:srgbClr val="000000"/>
                </a:solidFill>
                <a:latin typeface="Times"/>
              </a:rPr>
              <a:t>EDA</a:t>
            </a:r>
          </a:p>
          <a:p>
            <a:pPr marL="0" indent="0" algn="l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Problema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 =&gt;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Datos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 =&gt;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Análisis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 =&gt;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Modelo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 =&gt;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Conclusiones</a:t>
            </a:r>
            <a:endParaRPr lang="en-US" b="0" i="0" dirty="0">
              <a:solidFill>
                <a:srgbClr val="000000"/>
              </a:solidFill>
              <a:effectLst/>
              <a:latin typeface="Times"/>
            </a:endParaRPr>
          </a:p>
          <a:p>
            <a:pPr marL="0" indent="0" algn="l">
              <a:buNone/>
            </a:pPr>
            <a:endParaRPr lang="en-US" b="0" i="0" dirty="0">
              <a:solidFill>
                <a:srgbClr val="000000"/>
              </a:solidFill>
              <a:effectLst/>
              <a:latin typeface="Times"/>
            </a:endParaRPr>
          </a:p>
          <a:p>
            <a:r>
              <a:rPr lang="en-US" dirty="0" err="1">
                <a:solidFill>
                  <a:srgbClr val="000000"/>
                </a:solidFill>
                <a:latin typeface="Times"/>
              </a:rPr>
              <a:t>Datos</a:t>
            </a:r>
            <a:r>
              <a:rPr lang="en-US" dirty="0">
                <a:solidFill>
                  <a:srgbClr val="000000"/>
                </a:solidFill>
                <a:latin typeface="Time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"/>
              </a:rPr>
              <a:t>sugieren</a:t>
            </a:r>
            <a:r>
              <a:rPr lang="en-US" dirty="0">
                <a:solidFill>
                  <a:srgbClr val="000000"/>
                </a:solidFill>
                <a:latin typeface="Time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"/>
              </a:rPr>
              <a:t>el</a:t>
            </a:r>
            <a:r>
              <a:rPr lang="en-US" dirty="0">
                <a:solidFill>
                  <a:srgbClr val="000000"/>
                </a:solidFill>
                <a:latin typeface="Time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"/>
              </a:rPr>
              <a:t>modelo</a:t>
            </a:r>
            <a:endParaRPr lang="en-US" dirty="0">
              <a:solidFill>
                <a:srgbClr val="000000"/>
              </a:solidFill>
              <a:latin typeface="Times"/>
            </a:endParaRPr>
          </a:p>
          <a:p>
            <a:r>
              <a:rPr lang="en-US" dirty="0">
                <a:solidFill>
                  <a:srgbClr val="000000"/>
                </a:solidFill>
                <a:latin typeface="Times"/>
              </a:rPr>
              <a:t>Se </a:t>
            </a:r>
            <a:r>
              <a:rPr lang="en-US" dirty="0" err="1">
                <a:solidFill>
                  <a:srgbClr val="000000"/>
                </a:solidFill>
                <a:latin typeface="Times"/>
              </a:rPr>
              <a:t>enfonca</a:t>
            </a:r>
            <a:r>
              <a:rPr lang="en-US" dirty="0">
                <a:solidFill>
                  <a:srgbClr val="000000"/>
                </a:solidFill>
                <a:latin typeface="Time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"/>
              </a:rPr>
              <a:t>en</a:t>
            </a:r>
            <a:r>
              <a:rPr lang="en-US" dirty="0">
                <a:solidFill>
                  <a:srgbClr val="000000"/>
                </a:solidFill>
                <a:latin typeface="Time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"/>
              </a:rPr>
              <a:t>los</a:t>
            </a:r>
            <a:r>
              <a:rPr lang="en-US" dirty="0">
                <a:solidFill>
                  <a:srgbClr val="000000"/>
                </a:solidFill>
                <a:latin typeface="Time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"/>
              </a:rPr>
              <a:t>datos</a:t>
            </a:r>
            <a:endParaRPr lang="en-US" dirty="0">
              <a:solidFill>
                <a:srgbClr val="000000"/>
              </a:solidFill>
              <a:latin typeface="Times"/>
            </a:endParaRPr>
          </a:p>
          <a:p>
            <a:r>
              <a:rPr lang="en-US" dirty="0" err="1">
                <a:solidFill>
                  <a:srgbClr val="000000"/>
                </a:solidFill>
                <a:latin typeface="Times"/>
              </a:rPr>
              <a:t>Técnicas</a:t>
            </a:r>
            <a:r>
              <a:rPr lang="en-US" dirty="0">
                <a:solidFill>
                  <a:srgbClr val="000000"/>
                </a:solidFill>
                <a:latin typeface="Time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"/>
              </a:rPr>
              <a:t>gráficas</a:t>
            </a:r>
            <a:endParaRPr lang="en-US" dirty="0">
              <a:solidFill>
                <a:srgbClr val="000000"/>
              </a:solidFill>
              <a:latin typeface="Times"/>
            </a:endParaRPr>
          </a:p>
          <a:p>
            <a:r>
              <a:rPr lang="en-US" dirty="0" err="1">
                <a:solidFill>
                  <a:srgbClr val="000000"/>
                </a:solidFill>
                <a:latin typeface="Times"/>
              </a:rPr>
              <a:t>Subjetivo</a:t>
            </a:r>
            <a:r>
              <a:rPr lang="en-US" dirty="0">
                <a:solidFill>
                  <a:srgbClr val="000000"/>
                </a:solidFill>
                <a:latin typeface="Times"/>
              </a:rPr>
              <a:t> e interpretative</a:t>
            </a:r>
          </a:p>
          <a:p>
            <a:r>
              <a:rPr lang="en-US" dirty="0">
                <a:solidFill>
                  <a:srgbClr val="000000"/>
                </a:solidFill>
                <a:latin typeface="Times"/>
              </a:rPr>
              <a:t>Sin </a:t>
            </a:r>
            <a:r>
              <a:rPr lang="en-US" dirty="0" err="1">
                <a:solidFill>
                  <a:srgbClr val="000000"/>
                </a:solidFill>
                <a:latin typeface="Times"/>
              </a:rPr>
              <a:t>suposiciones</a:t>
            </a:r>
            <a:endParaRPr lang="en-US" dirty="0">
              <a:solidFill>
                <a:srgbClr val="000000"/>
              </a:solidFill>
              <a:latin typeface="Time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000000"/>
              </a:solidFill>
              <a:latin typeface="Time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MX" dirty="0"/>
          </a:p>
        </p:txBody>
      </p:sp>
    </p:spTree>
    <p:extLst>
      <p:ext uri="{BB962C8B-B14F-4D97-AF65-F5344CB8AC3E}">
        <p14:creationId xmlns:p14="http://schemas.microsoft.com/office/powerpoint/2010/main" val="3182083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8EB85-B429-1F28-0C66-6A14675EA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8878"/>
            <a:ext cx="5257800" cy="5748085"/>
          </a:xfrm>
        </p:spPr>
        <p:txBody>
          <a:bodyPr/>
          <a:lstStyle/>
          <a:p>
            <a:pPr marL="0" indent="0">
              <a:buNone/>
            </a:pPr>
            <a:r>
              <a:rPr lang="en-US" b="0" i="0" u="sng" dirty="0" err="1">
                <a:solidFill>
                  <a:srgbClr val="000000"/>
                </a:solidFill>
                <a:effectLst/>
                <a:latin typeface="Times"/>
              </a:rPr>
              <a:t>Enfoque</a:t>
            </a:r>
            <a:r>
              <a:rPr lang="en-US" b="0" i="0" u="sng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en-US" b="0" i="0" u="sng" dirty="0" err="1">
                <a:solidFill>
                  <a:srgbClr val="000000"/>
                </a:solidFill>
                <a:effectLst/>
                <a:latin typeface="Times"/>
              </a:rPr>
              <a:t>clásico</a:t>
            </a:r>
            <a:endParaRPr lang="en-US" b="0" i="0" u="sng" dirty="0">
              <a:solidFill>
                <a:srgbClr val="000000"/>
              </a:solidFill>
              <a:effectLst/>
              <a:latin typeface="Times"/>
            </a:endParaRPr>
          </a:p>
          <a:p>
            <a:r>
              <a:rPr lang="en-US" dirty="0" err="1">
                <a:solidFill>
                  <a:srgbClr val="000000"/>
                </a:solidFill>
                <a:latin typeface="Times"/>
              </a:rPr>
              <a:t>Pruebas</a:t>
            </a:r>
            <a:r>
              <a:rPr lang="en-US" dirty="0">
                <a:solidFill>
                  <a:srgbClr val="000000"/>
                </a:solidFill>
                <a:latin typeface="Times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"/>
              </a:rPr>
              <a:t>hipótesis</a:t>
            </a:r>
            <a:endParaRPr lang="en-US" dirty="0">
              <a:solidFill>
                <a:srgbClr val="000000"/>
              </a:solidFill>
              <a:latin typeface="Times"/>
            </a:endParaRPr>
          </a:p>
          <a:p>
            <a:r>
              <a:rPr lang="en-US" dirty="0" err="1">
                <a:solidFill>
                  <a:srgbClr val="000000"/>
                </a:solidFill>
                <a:latin typeface="Times"/>
              </a:rPr>
              <a:t>Anova</a:t>
            </a:r>
            <a:endParaRPr lang="en-US" dirty="0">
              <a:solidFill>
                <a:srgbClr val="000000"/>
              </a:solidFill>
              <a:latin typeface="Times"/>
            </a:endParaRPr>
          </a:p>
          <a:p>
            <a:r>
              <a:rPr lang="en-US" dirty="0" err="1">
                <a:solidFill>
                  <a:srgbClr val="000000"/>
                </a:solidFill>
                <a:latin typeface="Times"/>
              </a:rPr>
              <a:t>Estimadores</a:t>
            </a:r>
            <a:r>
              <a:rPr lang="en-US" dirty="0">
                <a:solidFill>
                  <a:srgbClr val="000000"/>
                </a:solidFill>
                <a:latin typeface="Time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"/>
              </a:rPr>
              <a:t>puntuales</a:t>
            </a:r>
            <a:endParaRPr lang="en-US" dirty="0">
              <a:solidFill>
                <a:srgbClr val="000000"/>
              </a:solidFill>
              <a:latin typeface="Times"/>
            </a:endParaRPr>
          </a:p>
          <a:p>
            <a:r>
              <a:rPr lang="en-US" dirty="0" err="1">
                <a:solidFill>
                  <a:srgbClr val="000000"/>
                </a:solidFill>
                <a:latin typeface="Times"/>
              </a:rPr>
              <a:t>Intervalos</a:t>
            </a:r>
            <a:r>
              <a:rPr lang="en-US" dirty="0">
                <a:solidFill>
                  <a:srgbClr val="000000"/>
                </a:solidFill>
                <a:latin typeface="Times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"/>
              </a:rPr>
              <a:t>confianza</a:t>
            </a:r>
            <a:endParaRPr lang="en-US" dirty="0">
              <a:solidFill>
                <a:srgbClr val="000000"/>
              </a:solidFill>
              <a:latin typeface="Times"/>
            </a:endParaRPr>
          </a:p>
          <a:p>
            <a:r>
              <a:rPr lang="en-US" dirty="0" err="1">
                <a:solidFill>
                  <a:srgbClr val="000000"/>
                </a:solidFill>
                <a:latin typeface="Times"/>
              </a:rPr>
              <a:t>Mínimos</a:t>
            </a:r>
            <a:r>
              <a:rPr lang="en-US" dirty="0">
                <a:solidFill>
                  <a:srgbClr val="000000"/>
                </a:solidFill>
                <a:latin typeface="Time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"/>
              </a:rPr>
              <a:t>cuadrados</a:t>
            </a:r>
            <a:endParaRPr lang="en-US" dirty="0">
              <a:solidFill>
                <a:srgbClr val="000000"/>
              </a:solidFill>
              <a:latin typeface="Times"/>
            </a:endParaRPr>
          </a:p>
          <a:p>
            <a:pPr marL="0" indent="0">
              <a:buNone/>
            </a:pPr>
            <a:endParaRPr lang="en-US" b="0" i="0" dirty="0">
              <a:solidFill>
                <a:srgbClr val="000000"/>
              </a:solidFill>
              <a:effectLst/>
              <a:latin typeface="Times"/>
            </a:endParaRPr>
          </a:p>
          <a:p>
            <a:pPr marL="0" indent="0">
              <a:buNone/>
            </a:pPr>
            <a:endParaRPr lang="en-MX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6491ECA-7C92-7098-AEB0-F0D43D2AE961}"/>
              </a:ext>
            </a:extLst>
          </p:cNvPr>
          <p:cNvSpPr txBox="1">
            <a:spLocks/>
          </p:cNvSpPr>
          <p:nvPr/>
        </p:nvSpPr>
        <p:spPr>
          <a:xfrm>
            <a:off x="6096000" y="428878"/>
            <a:ext cx="5257800" cy="5748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>
                <a:solidFill>
                  <a:srgbClr val="000000"/>
                </a:solidFill>
                <a:latin typeface="Times"/>
              </a:rPr>
              <a:t>EDA</a:t>
            </a:r>
          </a:p>
          <a:p>
            <a:r>
              <a:rPr lang="en-US" dirty="0">
                <a:solidFill>
                  <a:srgbClr val="000000"/>
                </a:solidFill>
                <a:latin typeface="Times"/>
              </a:rPr>
              <a:t>Scatter plots</a:t>
            </a:r>
          </a:p>
          <a:p>
            <a:r>
              <a:rPr lang="en-US" dirty="0" err="1">
                <a:solidFill>
                  <a:srgbClr val="000000"/>
                </a:solidFill>
                <a:latin typeface="Times"/>
              </a:rPr>
              <a:t>Histogramas</a:t>
            </a:r>
            <a:endParaRPr lang="en-US" dirty="0">
              <a:solidFill>
                <a:srgbClr val="000000"/>
              </a:solidFill>
              <a:latin typeface="Times"/>
            </a:endParaRPr>
          </a:p>
          <a:p>
            <a:r>
              <a:rPr lang="en-US" dirty="0">
                <a:solidFill>
                  <a:srgbClr val="000000"/>
                </a:solidFill>
                <a:latin typeface="Times"/>
              </a:rPr>
              <a:t>Probability plots</a:t>
            </a:r>
          </a:p>
          <a:p>
            <a:r>
              <a:rPr lang="en-US" dirty="0">
                <a:solidFill>
                  <a:srgbClr val="000000"/>
                </a:solidFill>
                <a:latin typeface="Times"/>
              </a:rPr>
              <a:t>Residual plots</a:t>
            </a:r>
          </a:p>
          <a:p>
            <a:r>
              <a:rPr lang="en-US" dirty="0">
                <a:solidFill>
                  <a:srgbClr val="000000"/>
                </a:solidFill>
                <a:latin typeface="Times"/>
              </a:rPr>
              <a:t>Box plots</a:t>
            </a:r>
          </a:p>
          <a:p>
            <a:r>
              <a:rPr lang="en-US" dirty="0">
                <a:solidFill>
                  <a:srgbClr val="000000"/>
                </a:solidFill>
                <a:latin typeface="Times"/>
              </a:rPr>
              <a:t>Block plots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000000"/>
              </a:solidFill>
              <a:latin typeface="Time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MX" dirty="0"/>
          </a:p>
        </p:txBody>
      </p:sp>
    </p:spTree>
    <p:extLst>
      <p:ext uri="{BB962C8B-B14F-4D97-AF65-F5344CB8AC3E}">
        <p14:creationId xmlns:p14="http://schemas.microsoft.com/office/powerpoint/2010/main" val="1801801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3C265-650F-CD67-7C48-B9D610419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X" dirty="0"/>
              <a:t>Ascombe quartet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A77257-B8E3-4C34-A8AF-AF5C8BA3F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100" y="1825625"/>
            <a:ext cx="3695700" cy="4351338"/>
          </a:xfrm>
        </p:spPr>
        <p:txBody>
          <a:bodyPr/>
          <a:lstStyle/>
          <a:p>
            <a:r>
              <a:rPr lang="en-MX" dirty="0"/>
              <a:t>N = 11</a:t>
            </a:r>
          </a:p>
          <a:p>
            <a:r>
              <a:rPr lang="en-MX" dirty="0"/>
              <a:t>Mean of X = 9.0</a:t>
            </a:r>
          </a:p>
          <a:p>
            <a:r>
              <a:rPr lang="en-MX" dirty="0"/>
              <a:t>Mean of Y = 7.5</a:t>
            </a:r>
          </a:p>
          <a:p>
            <a:r>
              <a:rPr lang="en-MX" dirty="0"/>
              <a:t>Intercept = 3</a:t>
            </a:r>
          </a:p>
          <a:p>
            <a:r>
              <a:rPr lang="en-MX" dirty="0"/>
              <a:t>Slope = 0.5</a:t>
            </a:r>
          </a:p>
          <a:p>
            <a:r>
              <a:rPr lang="en-MX" dirty="0"/>
              <a:t>R2 = 1.237</a:t>
            </a:r>
          </a:p>
          <a:p>
            <a:r>
              <a:rPr lang="en-MX" dirty="0"/>
              <a:t>Correlation = 0.816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579339-3928-B8D3-6147-EADE5A69D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8199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202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3C265-650F-CD67-7C48-B9D610419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X" dirty="0"/>
              <a:t>Ascombe quartet</a:t>
            </a:r>
          </a:p>
        </p:txBody>
      </p:sp>
      <p:pic>
        <p:nvPicPr>
          <p:cNvPr id="1026" name="Picture 2" descr="4 scatter plots that exhibit different characteristcs">
            <a:extLst>
              <a:ext uri="{FF2B5EF4-FFF2-40B4-BE49-F238E27FC236}">
                <a16:creationId xmlns:a16="http://schemas.microsoft.com/office/drawing/2014/main" id="{00496BDA-1FFE-01F6-406D-9AFE4D490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21690"/>
            <a:ext cx="6652491" cy="4901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1BA4DC0C-D8B0-E6F6-E0A1-FDFD9E91C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100" y="1825625"/>
            <a:ext cx="3695700" cy="4351338"/>
          </a:xfrm>
        </p:spPr>
        <p:txBody>
          <a:bodyPr/>
          <a:lstStyle/>
          <a:p>
            <a:r>
              <a:rPr lang="en-MX" dirty="0"/>
              <a:t>N = 11</a:t>
            </a:r>
          </a:p>
          <a:p>
            <a:r>
              <a:rPr lang="en-MX" dirty="0"/>
              <a:t>Mean of X = 9.0</a:t>
            </a:r>
          </a:p>
          <a:p>
            <a:r>
              <a:rPr lang="en-MX" dirty="0"/>
              <a:t>Mean of Y = 7.5</a:t>
            </a:r>
          </a:p>
          <a:p>
            <a:r>
              <a:rPr lang="en-MX" dirty="0"/>
              <a:t>Intercept = 3</a:t>
            </a:r>
          </a:p>
          <a:p>
            <a:r>
              <a:rPr lang="en-MX" dirty="0"/>
              <a:t>Slope = 0.5</a:t>
            </a:r>
          </a:p>
          <a:p>
            <a:r>
              <a:rPr lang="en-MX" dirty="0"/>
              <a:t>R2 = 1.237</a:t>
            </a:r>
          </a:p>
          <a:p>
            <a:r>
              <a:rPr lang="en-MX" dirty="0"/>
              <a:t>Correlation = 0.816</a:t>
            </a:r>
          </a:p>
        </p:txBody>
      </p:sp>
    </p:spTree>
    <p:extLst>
      <p:ext uri="{BB962C8B-B14F-4D97-AF65-F5344CB8AC3E}">
        <p14:creationId xmlns:p14="http://schemas.microsoft.com/office/powerpoint/2010/main" val="2645656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BCF2A3-7933-224A-9404-741DC705DB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8671710"/>
              </p:ext>
            </p:extLst>
          </p:nvPr>
        </p:nvGraphicFramePr>
        <p:xfrm>
          <a:off x="952500" y="2237264"/>
          <a:ext cx="10287000" cy="3802380"/>
        </p:xfrm>
        <a:graphic>
          <a:graphicData uri="http://schemas.openxmlformats.org/drawingml/2006/table">
            <a:tbl>
              <a:tblPr/>
              <a:tblGrid>
                <a:gridCol w="5143500">
                  <a:extLst>
                    <a:ext uri="{9D8B030D-6E8A-4147-A177-3AD203B41FA5}">
                      <a16:colId xmlns:a16="http://schemas.microsoft.com/office/drawing/2014/main" val="3261823566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11978921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ES_tradnl" b="1" noProof="0">
                          <a:effectLst/>
                        </a:rPr>
                        <a:t>Tipos de datos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b="1" noProof="0">
                          <a:effectLst/>
                        </a:rPr>
                        <a:t>Suggested EDA techniques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630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ES_tradnl" noProof="0">
                          <a:effectLst/>
                        </a:rPr>
                        <a:t>Categóricos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ES_tradnl" noProof="0">
                          <a:effectLst/>
                        </a:rPr>
                        <a:t>Estadisticas descriptivas, barras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762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ES_tradnl" noProof="0">
                          <a:effectLst/>
                        </a:rPr>
                        <a:t>Univariados cuantitativos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ES_tradnl" noProof="0">
                          <a:effectLst/>
                        </a:rPr>
                        <a:t>Líneas, histogramas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721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ES_tradnl" noProof="0">
                          <a:effectLst/>
                        </a:rPr>
                        <a:t>Bivariados cuantitativos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ES_tradnl" noProof="0">
                          <a:effectLst/>
                        </a:rPr>
                        <a:t>2D scatter plots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106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ES_tradnl" noProof="0">
                          <a:effectLst/>
                        </a:rPr>
                        <a:t>Arreglo 2D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ES_tradnl" noProof="0" dirty="0">
                          <a:effectLst/>
                        </a:rPr>
                        <a:t>Mapa de calor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374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ES_tradnl" noProof="0" dirty="0">
                          <a:effectLst/>
                        </a:rPr>
                        <a:t>Multivariados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ES_tradnl" noProof="0" dirty="0">
                          <a:effectLst/>
                        </a:rPr>
                        <a:t>3D </a:t>
                      </a:r>
                      <a:r>
                        <a:rPr lang="es-ES_tradnl" noProof="0" dirty="0" err="1">
                          <a:effectLst/>
                        </a:rPr>
                        <a:t>scatter</a:t>
                      </a:r>
                      <a:r>
                        <a:rPr lang="es-ES_tradnl" noProof="0" dirty="0">
                          <a:effectLst/>
                        </a:rPr>
                        <a:t> </a:t>
                      </a:r>
                      <a:r>
                        <a:rPr lang="es-ES_tradnl" noProof="0" dirty="0" err="1">
                          <a:effectLst/>
                        </a:rPr>
                        <a:t>plot</a:t>
                      </a:r>
                      <a:r>
                        <a:rPr lang="es-ES_tradnl" noProof="0" dirty="0">
                          <a:effectLst/>
                        </a:rPr>
                        <a:t> o 2D </a:t>
                      </a:r>
                      <a:r>
                        <a:rPr lang="es-ES_tradnl" noProof="0" dirty="0" err="1">
                          <a:effectLst/>
                        </a:rPr>
                        <a:t>scatter</a:t>
                      </a:r>
                      <a:r>
                        <a:rPr lang="es-ES_tradnl" noProof="0" dirty="0">
                          <a:effectLst/>
                        </a:rPr>
                        <a:t> </a:t>
                      </a:r>
                      <a:r>
                        <a:rPr lang="es-ES_tradnl" noProof="0" dirty="0" err="1">
                          <a:effectLst/>
                        </a:rPr>
                        <a:t>plot</a:t>
                      </a:r>
                      <a:r>
                        <a:rPr lang="es-ES_tradnl" noProof="0" dirty="0">
                          <a:effectLst/>
                        </a:rPr>
                        <a:t> con una tercera variable representada por color, forma, tamaño. </a:t>
                      </a:r>
                      <a:r>
                        <a:rPr lang="es-ES_tradnl" noProof="0" dirty="0" err="1">
                          <a:effectLst/>
                        </a:rPr>
                        <a:t>Parallel</a:t>
                      </a:r>
                      <a:r>
                        <a:rPr lang="es-ES_tradnl" noProof="0" dirty="0">
                          <a:effectLst/>
                        </a:rPr>
                        <a:t> line </a:t>
                      </a:r>
                      <a:r>
                        <a:rPr lang="es-ES_tradnl" noProof="0" dirty="0" err="1">
                          <a:effectLst/>
                        </a:rPr>
                        <a:t>plots</a:t>
                      </a:r>
                      <a:endParaRPr lang="es-ES_tradnl" noProof="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148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ES_tradnl" noProof="0" dirty="0" err="1">
                          <a:effectLst/>
                        </a:rPr>
                        <a:t>Multiple</a:t>
                      </a:r>
                      <a:r>
                        <a:rPr lang="es-ES_tradnl" noProof="0" dirty="0">
                          <a:effectLst/>
                        </a:rPr>
                        <a:t> </a:t>
                      </a:r>
                      <a:r>
                        <a:rPr lang="es-ES_tradnl" noProof="0" dirty="0" err="1">
                          <a:effectLst/>
                        </a:rPr>
                        <a:t>groups</a:t>
                      </a:r>
                      <a:endParaRPr lang="es-ES_tradnl" noProof="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ES_tradnl" noProof="0" dirty="0" err="1">
                          <a:effectLst/>
                        </a:rPr>
                        <a:t>Boxplots</a:t>
                      </a:r>
                      <a:r>
                        <a:rPr lang="es-ES_tradnl" noProof="0" dirty="0">
                          <a:effectLst/>
                        </a:rPr>
                        <a:t> lado a lado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372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9831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D09995-C742-70A1-0C7F-FD63A36798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7620004"/>
              </p:ext>
            </p:extLst>
          </p:nvPr>
        </p:nvGraphicFramePr>
        <p:xfrm>
          <a:off x="948583" y="2332514"/>
          <a:ext cx="10290917" cy="3337560"/>
        </p:xfrm>
        <a:graphic>
          <a:graphicData uri="http://schemas.openxmlformats.org/drawingml/2006/table">
            <a:tbl>
              <a:tblPr/>
              <a:tblGrid>
                <a:gridCol w="5147417">
                  <a:extLst>
                    <a:ext uri="{9D8B030D-6E8A-4147-A177-3AD203B41FA5}">
                      <a16:colId xmlns:a16="http://schemas.microsoft.com/office/drawing/2014/main" val="3163114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10034919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ES_tradnl" b="1" noProof="0">
                          <a:effectLst/>
                        </a:rPr>
                        <a:t>Objective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b="1" noProof="0">
                          <a:effectLst/>
                        </a:rPr>
                        <a:t>Suggested EDA techniques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685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ES_tradnl" noProof="0">
                          <a:effectLst/>
                        </a:rPr>
                        <a:t>Visualizar la distribución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ES_tradnl" noProof="0">
                          <a:effectLst/>
                        </a:rPr>
                        <a:t>Histograma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29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ES_tradnl" noProof="0">
                          <a:effectLst/>
                        </a:rPr>
                        <a:t>Encontrar anomalías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ES_tradnl" noProof="0" dirty="0">
                          <a:effectLst/>
                        </a:rPr>
                        <a:t>Histograma, </a:t>
                      </a:r>
                      <a:r>
                        <a:rPr lang="es-ES_tradnl" noProof="0" dirty="0" err="1">
                          <a:effectLst/>
                        </a:rPr>
                        <a:t>scatterplots</a:t>
                      </a:r>
                      <a:r>
                        <a:rPr lang="es-ES_tradnl" noProof="0" dirty="0">
                          <a:effectLst/>
                        </a:rPr>
                        <a:t>, box </a:t>
                      </a:r>
                      <a:r>
                        <a:rPr lang="es-ES_tradnl" noProof="0" dirty="0" err="1">
                          <a:effectLst/>
                        </a:rPr>
                        <a:t>plots</a:t>
                      </a:r>
                      <a:endParaRPr lang="es-ES_tradnl" noProof="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589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ES_tradnl" noProof="0" dirty="0">
                          <a:effectLst/>
                        </a:rPr>
                        <a:t>Cuantificar la relación entre dos variables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ES_tradnl" noProof="0" dirty="0">
                          <a:effectLst/>
                        </a:rPr>
                        <a:t>2D </a:t>
                      </a:r>
                      <a:r>
                        <a:rPr lang="es-ES_tradnl" noProof="0" dirty="0" err="1">
                          <a:effectLst/>
                        </a:rPr>
                        <a:t>scatter</a:t>
                      </a:r>
                      <a:r>
                        <a:rPr lang="es-ES_tradnl" noProof="0" dirty="0">
                          <a:effectLst/>
                        </a:rPr>
                        <a:t> </a:t>
                      </a:r>
                      <a:r>
                        <a:rPr lang="es-ES_tradnl" noProof="0" dirty="0" err="1">
                          <a:effectLst/>
                        </a:rPr>
                        <a:t>plot</a:t>
                      </a:r>
                      <a:r>
                        <a:rPr lang="es-ES_tradnl" noProof="0" dirty="0">
                          <a:effectLst/>
                        </a:rPr>
                        <a:t> +/- ajuste de curvas, Covarianza y correlación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060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ES_tradnl" noProof="0" dirty="0">
                          <a:effectLst/>
                        </a:rPr>
                        <a:t>Visualizar la relación entre dos variables independientes y una dependiente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ES_tradnl" noProof="0" dirty="0">
                          <a:effectLst/>
                        </a:rPr>
                        <a:t>Mapa de calor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081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ES_tradnl" noProof="0" dirty="0">
                          <a:effectLst/>
                        </a:rPr>
                        <a:t>Visualizar datos multidimensionales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ES_tradnl" noProof="0" dirty="0">
                          <a:effectLst/>
                        </a:rPr>
                        <a:t>t-SNE o PCA, 2D/3D </a:t>
                      </a:r>
                      <a:r>
                        <a:rPr lang="es-ES_tradnl" noProof="0" dirty="0" err="1">
                          <a:effectLst/>
                        </a:rPr>
                        <a:t>scatterplot</a:t>
                      </a:r>
                      <a:endParaRPr lang="es-ES_tradnl" noProof="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079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5579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F5FC8-E343-2DB0-DB0D-4D4D4A8A2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X" dirty="0"/>
              <a:t>Checklist para EDA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624373F-006E-4427-8712-D18C67123B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8150175"/>
              </p:ext>
            </p:extLst>
          </p:nvPr>
        </p:nvGraphicFramePr>
        <p:xfrm>
          <a:off x="838200" y="1825625"/>
          <a:ext cx="10515600" cy="274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0602671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37466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_tradnl" noProof="0"/>
                        <a:t>Objetivo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/>
                        <a:t>Preguntas comunes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7608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noProof="0" dirty="0"/>
                        <a:t>Comprobar la solidez conceptual de</a:t>
                      </a:r>
                    </a:p>
                    <a:p>
                      <a:r>
                        <a:rPr lang="es-ES_tradnl" noProof="0" dirty="0"/>
                        <a:t>los datos.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¿Cómo se recogieron los datos? </a:t>
                      </a:r>
                    </a:p>
                    <a:p>
                      <a:r>
                        <a:rPr lang="es-ES_tradnl" noProof="0" dirty="0"/>
                        <a:t>¿Cuáles son las posibles fuentes de error?</a:t>
                      </a:r>
                    </a:p>
                    <a:p>
                      <a:r>
                        <a:rPr lang="es-ES_tradnl" noProof="0" dirty="0"/>
                        <a:t>¿Qué significa cada variable?</a:t>
                      </a:r>
                    </a:p>
                    <a:p>
                      <a:r>
                        <a:rPr lang="es-ES_tradnl" noProof="0" dirty="0"/>
                        <a:t>¿Tiene sentido la unidad de medida?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319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noProof="0" dirty="0"/>
                        <a:t>Procesar los datos para que resulten útiles.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¿Son los tipos de datos adecuados?</a:t>
                      </a:r>
                    </a:p>
                    <a:p>
                      <a:r>
                        <a:rPr lang="es-ES_tradnl" noProof="0" dirty="0"/>
                        <a:t>¿Qué manipulaciones habrá que?</a:t>
                      </a:r>
                    </a:p>
                    <a:p>
                      <a:r>
                        <a:rPr lang="es-ES_tradnl" noProof="0" dirty="0"/>
                        <a:t>¿Deberían agregarse los datos para ver patrones a un nivel superior?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80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274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F5FC8-E343-2DB0-DB0D-4D4D4A8A2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X" dirty="0"/>
              <a:t>Checklist para EDA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624373F-006E-4427-8712-D18C67123B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1827392"/>
              </p:ext>
            </p:extLst>
          </p:nvPr>
        </p:nvGraphicFramePr>
        <p:xfrm>
          <a:off x="838200" y="1825625"/>
          <a:ext cx="10515600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0602671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37466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_tradnl" noProof="0"/>
                        <a:t>Objetivo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/>
                        <a:t>Preguntas comunes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7608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noProof="0" dirty="0"/>
                        <a:t>Evaluar la calidad de la señal.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¿Existe una tendencia central?</a:t>
                      </a:r>
                    </a:p>
                    <a:p>
                      <a:r>
                        <a:rPr lang="es-ES_tradnl" noProof="0" dirty="0"/>
                        <a:t>¿Tienen los datos una distribución común?</a:t>
                      </a:r>
                    </a:p>
                    <a:p>
                      <a:r>
                        <a:rPr lang="es-ES_tradnl" noProof="0" dirty="0"/>
                        <a:t>¿La distribución es cerrada o dispersa?</a:t>
                      </a:r>
                    </a:p>
                    <a:p>
                      <a:r>
                        <a:rPr lang="es-ES_tradnl" noProof="0" dirty="0"/>
                        <a:t>¿La distribución es unimodal, multimodal o aleatoria?</a:t>
                      </a:r>
                    </a:p>
                    <a:p>
                      <a:r>
                        <a:rPr lang="es-ES_tradnl" noProof="0" dirty="0"/>
                        <a:t>¿En qué se diferencian las distribuciones de las variables continuas cuando se representan por categorías?</a:t>
                      </a:r>
                    </a:p>
                    <a:p>
                      <a:r>
                        <a:rPr lang="es-ES_tradnl" noProof="0" dirty="0"/>
                        <a:t>¿Hay categorías con muestras pequeñas?</a:t>
                      </a:r>
                    </a:p>
                    <a:p>
                      <a:r>
                        <a:rPr lang="es-ES_tradnl" noProof="0" dirty="0"/>
                        <a:t>¿Pueden combinarse celdas pequeñas con celdas más grandes?</a:t>
                      </a:r>
                    </a:p>
                    <a:p>
                      <a:r>
                        <a:rPr lang="es-ES_tradnl" noProof="0" dirty="0"/>
                        <a:t>¿Existe una tendencia de las variables a lo largo del tiempo?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2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1118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F5FC8-E343-2DB0-DB0D-4D4D4A8A2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X" dirty="0"/>
              <a:t>Checklist para EDA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624373F-006E-4427-8712-D18C67123B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1493433"/>
              </p:ext>
            </p:extLst>
          </p:nvPr>
        </p:nvGraphicFramePr>
        <p:xfrm>
          <a:off x="838200" y="1825625"/>
          <a:ext cx="10515600" cy="24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0602671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37466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_tradnl" noProof="0"/>
                        <a:t>Objetivo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/>
                        <a:t>Preguntas comunes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7608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noProof="0" dirty="0"/>
                        <a:t>Identificar valores problemáticos.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¿Existen valores atípicos potenciales? </a:t>
                      </a:r>
                    </a:p>
                    <a:p>
                      <a:r>
                        <a:rPr lang="es-ES_tradnl" noProof="0" dirty="0"/>
                        <a:t>¿Faltan valores?</a:t>
                      </a:r>
                    </a:p>
                    <a:p>
                      <a:r>
                        <a:rPr lang="es-ES_tradnl" noProof="0" dirty="0"/>
                        <a:t>¿Los valores omitidos son ocasionales o habituales? </a:t>
                      </a:r>
                    </a:p>
                    <a:p>
                      <a:r>
                        <a:rPr lang="es-ES_tradnl" noProof="0" dirty="0"/>
                        <a:t>¿Existe un patrón de valores omitidos?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592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noProof="0" dirty="0"/>
                        <a:t>Identificar variables importantes.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¿Qué variables están correlacionadas entre sí?</a:t>
                      </a:r>
                    </a:p>
                    <a:p>
                      <a:r>
                        <a:rPr lang="es-ES_tradnl" noProof="0" dirty="0"/>
                        <a:t>¿Pueden transformarse variables para obtener una mejor correlación?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956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083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53" name="Chart 52">
                <a:extLst>
                  <a:ext uri="{FF2B5EF4-FFF2-40B4-BE49-F238E27FC236}">
                    <a16:creationId xmlns:a16="http://schemas.microsoft.com/office/drawing/2014/main" id="{E0A10893-7AE0-5B48-D6A7-B6BCB3691D87}"/>
                  </a:ext>
                </a:extLst>
              </p:cNvPr>
              <p:cNvGraphicFramePr/>
              <p:nvPr/>
            </p:nvGraphicFramePr>
            <p:xfrm>
              <a:off x="4717991" y="2275089"/>
              <a:ext cx="2880000" cy="85848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53" name="Chart 52">
                <a:extLst>
                  <a:ext uri="{FF2B5EF4-FFF2-40B4-BE49-F238E27FC236}">
                    <a16:creationId xmlns:a16="http://schemas.microsoft.com/office/drawing/2014/main" id="{E0A10893-7AE0-5B48-D6A7-B6BCB3691D8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17991" y="2275089"/>
                <a:ext cx="2880000" cy="858485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EB3916C-4A58-551D-CC82-EF82869C7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X" dirty="0"/>
              <a:t>M</a:t>
            </a:r>
            <a:r>
              <a:rPr lang="en-US" dirty="0"/>
              <a:t>e</a:t>
            </a:r>
            <a:r>
              <a:rPr lang="en-MX" dirty="0"/>
              <a:t>didas de centralidad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FF4970-03E1-7864-4094-537C23FDCE95}"/>
              </a:ext>
            </a:extLst>
          </p:cNvPr>
          <p:cNvCxnSpPr>
            <a:cxnSpLocks/>
          </p:cNvCxnSpPr>
          <p:nvPr/>
        </p:nvCxnSpPr>
        <p:spPr>
          <a:xfrm>
            <a:off x="4504771" y="1687330"/>
            <a:ext cx="0" cy="4780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961516-08C0-CCEB-88D1-1D7A8AA1C98A}"/>
              </a:ext>
            </a:extLst>
          </p:cNvPr>
          <p:cNvCxnSpPr>
            <a:cxnSpLocks/>
          </p:cNvCxnSpPr>
          <p:nvPr/>
        </p:nvCxnSpPr>
        <p:spPr>
          <a:xfrm>
            <a:off x="7978245" y="1687330"/>
            <a:ext cx="0" cy="4780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76508E2-BD48-0F47-5FE1-FF54AB0C105A}"/>
              </a:ext>
            </a:extLst>
          </p:cNvPr>
          <p:cNvSpPr txBox="1"/>
          <p:nvPr/>
        </p:nvSpPr>
        <p:spPr>
          <a:xfrm>
            <a:off x="149323" y="3419193"/>
            <a:ext cx="8721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100" dirty="0"/>
              <a:t>Fórmula estadística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D3CAFC-AA70-DB92-0082-39A996B886BC}"/>
              </a:ext>
            </a:extLst>
          </p:cNvPr>
          <p:cNvSpPr txBox="1"/>
          <p:nvPr/>
        </p:nvSpPr>
        <p:spPr>
          <a:xfrm>
            <a:off x="183879" y="4018800"/>
            <a:ext cx="8721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100" dirty="0"/>
              <a:t>Tipo de datos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2EF5FC-7F55-0507-F52F-EEA7A5AF229F}"/>
              </a:ext>
            </a:extLst>
          </p:cNvPr>
          <p:cNvSpPr txBox="1"/>
          <p:nvPr/>
        </p:nvSpPr>
        <p:spPr>
          <a:xfrm>
            <a:off x="183879" y="4767853"/>
            <a:ext cx="8721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100" dirty="0"/>
              <a:t>Usos comunes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A3C4EE4-33D5-699B-38CA-A09D17008C55}"/>
              </a:ext>
            </a:extLst>
          </p:cNvPr>
          <p:cNvCxnSpPr>
            <a:cxnSpLocks/>
          </p:cNvCxnSpPr>
          <p:nvPr/>
        </p:nvCxnSpPr>
        <p:spPr>
          <a:xfrm flipV="1">
            <a:off x="1132685" y="3910364"/>
            <a:ext cx="10729802" cy="1792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C05168B-E1B2-D0A4-03D6-B8781133121D}"/>
              </a:ext>
            </a:extLst>
          </p:cNvPr>
          <p:cNvCxnSpPr>
            <a:cxnSpLocks/>
          </p:cNvCxnSpPr>
          <p:nvPr/>
        </p:nvCxnSpPr>
        <p:spPr>
          <a:xfrm flipV="1">
            <a:off x="1175419" y="4705190"/>
            <a:ext cx="10729802" cy="1792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899A0D4-CBD3-9C12-9F36-27645FD1C42C}"/>
              </a:ext>
            </a:extLst>
          </p:cNvPr>
          <p:cNvCxnSpPr>
            <a:cxnSpLocks/>
          </p:cNvCxnSpPr>
          <p:nvPr/>
        </p:nvCxnSpPr>
        <p:spPr>
          <a:xfrm flipV="1">
            <a:off x="1175419" y="5599802"/>
            <a:ext cx="10729802" cy="1792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A5EB798-704B-4759-6BDB-7EA8ED87AA83}"/>
              </a:ext>
            </a:extLst>
          </p:cNvPr>
          <p:cNvSpPr txBox="1"/>
          <p:nvPr/>
        </p:nvSpPr>
        <p:spPr>
          <a:xfrm>
            <a:off x="5960822" y="1687330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X" sz="1200" b="1" dirty="0"/>
              <a:t>Moda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F260F3-5D96-B041-F3EC-56B82E037475}"/>
              </a:ext>
            </a:extLst>
          </p:cNvPr>
          <p:cNvSpPr txBox="1"/>
          <p:nvPr/>
        </p:nvSpPr>
        <p:spPr>
          <a:xfrm>
            <a:off x="4801508" y="4018800"/>
            <a:ext cx="2880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100" dirty="0"/>
              <a:t>Datos ordinales. También si se tienen datos agrupados, pero no información de observaciones individuales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6FC01E-87F6-1891-FB1A-FBDA2AF63CE3}"/>
              </a:ext>
            </a:extLst>
          </p:cNvPr>
          <p:cNvSpPr txBox="1"/>
          <p:nvPr/>
        </p:nvSpPr>
        <p:spPr>
          <a:xfrm>
            <a:off x="4801508" y="5702913"/>
            <a:ext cx="28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100" i="1" dirty="0"/>
              <a:t>¿Qué pasa si tenemos tres categorías [1,2,3] y tomamos un promedio para analizarlos? ¿Podríamos obtener 2 de resultado, aunque nadie hubiera escogido esa opción?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C96C1CE-A52A-831D-79B5-2F9AFBD29EBA}"/>
              </a:ext>
            </a:extLst>
          </p:cNvPr>
          <p:cNvGrpSpPr/>
          <p:nvPr/>
        </p:nvGrpSpPr>
        <p:grpSpPr>
          <a:xfrm>
            <a:off x="4801508" y="2268664"/>
            <a:ext cx="2880000" cy="1019248"/>
            <a:chOff x="4785541" y="2268664"/>
            <a:chExt cx="2984967" cy="1019248"/>
          </a:xfrm>
        </p:grpSpPr>
        <p:graphicFrame>
          <p:nvGraphicFramePr>
            <p:cNvPr id="10" name="Chart 9">
              <a:extLst>
                <a:ext uri="{FF2B5EF4-FFF2-40B4-BE49-F238E27FC236}">
                  <a16:creationId xmlns:a16="http://schemas.microsoft.com/office/drawing/2014/main" id="{C6DFCD8C-FDA9-F26F-45D6-C5C1255A4FC2}"/>
                </a:ext>
              </a:extLst>
            </p:cNvPr>
            <p:cNvGraphicFramePr/>
            <p:nvPr/>
          </p:nvGraphicFramePr>
          <p:xfrm>
            <a:off x="4785541" y="2268664"/>
            <a:ext cx="2984967" cy="77445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FED0626-26FC-1DF0-0E55-4AB710D1534D}"/>
                </a:ext>
              </a:extLst>
            </p:cNvPr>
            <p:cNvSpPr txBox="1"/>
            <p:nvPr/>
          </p:nvSpPr>
          <p:spPr>
            <a:xfrm>
              <a:off x="5998417" y="3087857"/>
              <a:ext cx="39946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X" sz="700" dirty="0"/>
                <a:t>Moda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B9738E7-B591-54A6-512B-76EEBE46A3EE}"/>
                </a:ext>
              </a:extLst>
            </p:cNvPr>
            <p:cNvSpPr/>
            <p:nvPr/>
          </p:nvSpPr>
          <p:spPr>
            <a:xfrm>
              <a:off x="6058436" y="2491386"/>
              <a:ext cx="280086" cy="596471"/>
            </a:xfrm>
            <a:prstGeom prst="rect">
              <a:avLst/>
            </a:prstGeom>
            <a:noFill/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X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2B79C247-2956-6F85-F9A7-13DE661780E6}"/>
              </a:ext>
            </a:extLst>
          </p:cNvPr>
          <p:cNvSpPr txBox="1"/>
          <p:nvPr/>
        </p:nvSpPr>
        <p:spPr>
          <a:xfrm>
            <a:off x="4801508" y="4767853"/>
            <a:ext cx="288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100" dirty="0"/>
              <a:t>Puede haber más de una moda. Ejemplos: encuestas con opciones, preferencias, etc.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AA9A566-EE83-20FA-3599-D66D0F9AF100}"/>
              </a:ext>
            </a:extLst>
          </p:cNvPr>
          <p:cNvGrpSpPr/>
          <p:nvPr/>
        </p:nvGrpSpPr>
        <p:grpSpPr>
          <a:xfrm>
            <a:off x="1328034" y="1579608"/>
            <a:ext cx="2880000" cy="4554192"/>
            <a:chOff x="1328034" y="1579608"/>
            <a:chExt cx="2880000" cy="455419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E8D8645-4E62-B156-A668-2CC8C24464A1}"/>
                </a:ext>
              </a:extLst>
            </p:cNvPr>
            <p:cNvSpPr txBox="1"/>
            <p:nvPr/>
          </p:nvSpPr>
          <p:spPr>
            <a:xfrm>
              <a:off x="1522661" y="1579608"/>
              <a:ext cx="24907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MX" sz="1200" b="1" dirty="0"/>
                <a:t>Media</a:t>
              </a:r>
            </a:p>
            <a:p>
              <a:pPr algn="ctr"/>
              <a:r>
                <a:rPr lang="en-MX" sz="1200" dirty="0"/>
                <a:t>(También conocida como promedio)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B9A0C58-6B2D-B1CA-E58C-009F8C3984D1}"/>
                </a:ext>
              </a:extLst>
            </p:cNvPr>
            <p:cNvSpPr txBox="1"/>
            <p:nvPr/>
          </p:nvSpPr>
          <p:spPr>
            <a:xfrm>
              <a:off x="1328034" y="4018800"/>
              <a:ext cx="2880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X" sz="1100" dirty="0"/>
                <a:t>Datos numéricos con distribuciones simétricas, incluyendo las ”colas”.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4E47E32-8A88-9CED-4133-84D7D165FBEE}"/>
                </a:ext>
              </a:extLst>
            </p:cNvPr>
            <p:cNvSpPr txBox="1"/>
            <p:nvPr/>
          </p:nvSpPr>
          <p:spPr>
            <a:xfrm>
              <a:off x="1328034" y="4767853"/>
              <a:ext cx="28800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X" sz="1100" dirty="0"/>
                <a:t>Es la medida descriptiva más común para datos numéricos. Prácticamente todo el mundo está familiarizada con ella. Ejemplos: medidas humanas, ventas, temperatura, etc.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91D6425-9A93-7E08-62CC-123A57418BEF}"/>
                </a:ext>
              </a:extLst>
            </p:cNvPr>
            <p:cNvSpPr txBox="1"/>
            <p:nvPr/>
          </p:nvSpPr>
          <p:spPr>
            <a:xfrm>
              <a:off x="1328034" y="5702913"/>
              <a:ext cx="2880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X" sz="1100" i="1" dirty="0"/>
                <a:t>La esperanza promedio de vida en México, ¿es mayor que la mundial?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BF1E2DA-42A9-A9D3-C527-C0ABC830C4FE}"/>
                </a:ext>
              </a:extLst>
            </p:cNvPr>
            <p:cNvGrpSpPr/>
            <p:nvPr/>
          </p:nvGrpSpPr>
          <p:grpSpPr>
            <a:xfrm>
              <a:off x="1328034" y="2268664"/>
              <a:ext cx="2880000" cy="1011955"/>
              <a:chOff x="1103221" y="2268664"/>
              <a:chExt cx="2980248" cy="1011955"/>
            </a:xfrm>
          </p:grpSpPr>
          <mc:AlternateContent xmlns:mc="http://schemas.openxmlformats.org/markup-compatibility/2006" xmlns:cx1="http://schemas.microsoft.com/office/drawing/2015/9/8/chartex">
            <mc:Choice Requires="cx1">
              <p:graphicFrame>
                <p:nvGraphicFramePr>
                  <p:cNvPr id="11" name="Chart 10">
                    <a:extLst>
                      <a:ext uri="{FF2B5EF4-FFF2-40B4-BE49-F238E27FC236}">
                        <a16:creationId xmlns:a16="http://schemas.microsoft.com/office/drawing/2014/main" id="{ECEB9A4B-EA8A-C3EB-36B9-EF232DC05AD0}"/>
                      </a:ext>
                    </a:extLst>
                  </p:cNvPr>
                  <p:cNvGraphicFramePr/>
                  <p:nvPr/>
                </p:nvGraphicFramePr>
                <p:xfrm>
                  <a:off x="1103221" y="2268664"/>
                  <a:ext cx="2980248" cy="858485"/>
                </p:xfrm>
                <a:graphic>
                  <a:graphicData uri="http://schemas.microsoft.com/office/drawing/2014/chartex">
                    <cx:chart xmlns:cx="http://schemas.microsoft.com/office/drawing/2014/chartex" xmlns:r="http://schemas.openxmlformats.org/officeDocument/2006/relationships" r:id="rId5"/>
                  </a:graphicData>
                </a:graphic>
              </p:graphicFrame>
            </mc:Choice>
            <mc:Fallback xmlns="">
              <p:pic>
                <p:nvPicPr>
                  <p:cNvPr id="11" name="Chart 10">
                    <a:extLst>
                      <a:ext uri="{FF2B5EF4-FFF2-40B4-BE49-F238E27FC236}">
                        <a16:creationId xmlns:a16="http://schemas.microsoft.com/office/drawing/2014/main" id="{ECEB9A4B-EA8A-C3EB-36B9-EF232DC05AD0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328034" y="2268664"/>
                    <a:ext cx="2880000" cy="858485"/>
                  </a:xfrm>
                  <a:prstGeom prst="rect">
                    <a:avLst/>
                  </a:prstGeom>
                </p:spPr>
              </p:pic>
            </mc:Fallback>
          </mc:AlternateContent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91DE089-F2DE-19FC-909D-279DBAB11F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80910" y="2491386"/>
                <a:ext cx="0" cy="63576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151143A-FB6E-1971-235F-22905E7B8F03}"/>
                  </a:ext>
                </a:extLst>
              </p:cNvPr>
              <p:cNvSpPr txBox="1"/>
              <p:nvPr/>
            </p:nvSpPr>
            <p:spPr>
              <a:xfrm>
                <a:off x="2384794" y="3080564"/>
                <a:ext cx="41710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X" sz="700" dirty="0"/>
                  <a:t>Media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B23249B-5FED-F170-6C88-CD15C756F614}"/>
                    </a:ext>
                  </a:extLst>
                </p:cNvPr>
                <p:cNvSpPr txBox="1"/>
                <p:nvPr/>
              </p:nvSpPr>
              <p:spPr>
                <a:xfrm>
                  <a:off x="1328034" y="3503831"/>
                  <a:ext cx="2880000" cy="4366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MX" sz="11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11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s-ES" sz="11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MX" sz="11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MX" sz="11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s-E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s-E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s-E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r>
                                  <a:rPr lang="es-E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𝑋𝑖</m:t>
                                </m:r>
                              </m:e>
                            </m:nary>
                          </m:num>
                          <m:den>
                            <m:r>
                              <a:rPr lang="es-ES" sz="11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MX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B23249B-5FED-F170-6C88-CD15C756F6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8034" y="3503831"/>
                  <a:ext cx="2880000" cy="436658"/>
                </a:xfrm>
                <a:prstGeom prst="rect">
                  <a:avLst/>
                </a:prstGeom>
                <a:blipFill>
                  <a:blip r:embed="rId7"/>
                  <a:stretch>
                    <a:fillRect t="-60000" b="-42857"/>
                  </a:stretch>
                </a:blipFill>
              </p:spPr>
              <p:txBody>
                <a:bodyPr/>
                <a:lstStyle/>
                <a:p>
                  <a:r>
                    <a:rPr lang="en-MX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FD47722-9887-E41F-6433-835845D4488D}"/>
              </a:ext>
            </a:extLst>
          </p:cNvPr>
          <p:cNvGrpSpPr/>
          <p:nvPr/>
        </p:nvGrpSpPr>
        <p:grpSpPr>
          <a:xfrm>
            <a:off x="8270512" y="1687330"/>
            <a:ext cx="2884471" cy="4785024"/>
            <a:chOff x="8270512" y="1687330"/>
            <a:chExt cx="2884471" cy="47850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6887D9C-967D-F66E-DBE8-B82A6ED5C650}"/>
                </a:ext>
              </a:extLst>
            </p:cNvPr>
            <p:cNvSpPr txBox="1"/>
            <p:nvPr/>
          </p:nvSpPr>
          <p:spPr>
            <a:xfrm>
              <a:off x="9338919" y="1687330"/>
              <a:ext cx="7521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X" sz="1200" b="1" dirty="0"/>
                <a:t>Mediana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962311-662F-D786-2376-394732ACC2F7}"/>
                </a:ext>
              </a:extLst>
            </p:cNvPr>
            <p:cNvSpPr txBox="1"/>
            <p:nvPr/>
          </p:nvSpPr>
          <p:spPr>
            <a:xfrm>
              <a:off x="8274983" y="4767853"/>
              <a:ext cx="28800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X" sz="1100" dirty="0"/>
                <a:t>Se debe utilizar cuando los datos tienen valores que pueden sesgar un promedio. Ejemplos: ingreso,  años de experiencia de empleados en una empresa, etc.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CE8B17D-BD02-B7CB-6BD3-365231C0F03B}"/>
                </a:ext>
              </a:extLst>
            </p:cNvPr>
            <p:cNvSpPr txBox="1"/>
            <p:nvPr/>
          </p:nvSpPr>
          <p:spPr>
            <a:xfrm>
              <a:off x="8274983" y="4018800"/>
              <a:ext cx="288000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X" sz="1100" dirty="0"/>
                <a:t>Datos numéricos que no tienen distribuciones simétricas, o con valores atípicos (</a:t>
              </a:r>
              <a:r>
                <a:rPr lang="en-MX" sz="1100" i="1" dirty="0"/>
                <a:t>outliers</a:t>
              </a:r>
              <a:r>
                <a:rPr lang="en-MX" sz="1100" dirty="0"/>
                <a:t>). También datos ordinales.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419E858-8851-8359-F804-F1F66F88B92A}"/>
                </a:ext>
              </a:extLst>
            </p:cNvPr>
            <p:cNvSpPr txBox="1"/>
            <p:nvPr/>
          </p:nvSpPr>
          <p:spPr>
            <a:xfrm>
              <a:off x="8274983" y="5702913"/>
              <a:ext cx="28800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X" sz="1100" i="1" dirty="0"/>
                <a:t>¿Qué pasa si incluimos a Carlos Slim en el promedio de ingreso mensual de los mexicanos? ¿Sesgaría los datos hacia un número mayor que el real?</a:t>
              </a: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A5F8627-C066-89DE-E7F2-2380490349F1}"/>
                </a:ext>
              </a:extLst>
            </p:cNvPr>
            <p:cNvGrpSpPr/>
            <p:nvPr/>
          </p:nvGrpSpPr>
          <p:grpSpPr>
            <a:xfrm>
              <a:off x="8274983" y="2268664"/>
              <a:ext cx="2880000" cy="1011955"/>
              <a:chOff x="9082006" y="2268664"/>
              <a:chExt cx="2980248" cy="1011955"/>
            </a:xfrm>
          </p:grpSpPr>
          <mc:AlternateContent xmlns:mc="http://schemas.openxmlformats.org/markup-compatibility/2006" xmlns:cx1="http://schemas.microsoft.com/office/drawing/2015/9/8/chartex">
            <mc:Choice Requires="cx1">
              <p:graphicFrame>
                <p:nvGraphicFramePr>
                  <p:cNvPr id="12" name="Chart 11">
                    <a:extLst>
                      <a:ext uri="{FF2B5EF4-FFF2-40B4-BE49-F238E27FC236}">
                        <a16:creationId xmlns:a16="http://schemas.microsoft.com/office/drawing/2014/main" id="{0145C772-CFC9-776B-39AD-BB47BDFC5598}"/>
                      </a:ext>
                    </a:extLst>
                  </p:cNvPr>
                  <p:cNvGraphicFramePr/>
                  <p:nvPr/>
                </p:nvGraphicFramePr>
                <p:xfrm>
                  <a:off x="9082006" y="2268664"/>
                  <a:ext cx="2980248" cy="858485"/>
                </p:xfrm>
                <a:graphic>
                  <a:graphicData uri="http://schemas.microsoft.com/office/drawing/2014/chartex">
                    <cx:chart xmlns:cx="http://schemas.microsoft.com/office/drawing/2014/chartex" xmlns:r="http://schemas.openxmlformats.org/officeDocument/2006/relationships" r:id="rId8"/>
                  </a:graphicData>
                </a:graphic>
              </p:graphicFrame>
            </mc:Choice>
            <mc:Fallback xmlns="">
              <p:pic>
                <p:nvPicPr>
                  <p:cNvPr id="12" name="Chart 11">
                    <a:extLst>
                      <a:ext uri="{FF2B5EF4-FFF2-40B4-BE49-F238E27FC236}">
                        <a16:creationId xmlns:a16="http://schemas.microsoft.com/office/drawing/2014/main" id="{0145C772-CFC9-776B-39AD-BB47BDFC5598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8274983" y="2268664"/>
                    <a:ext cx="2880000" cy="858485"/>
                  </a:xfrm>
                  <a:prstGeom prst="rect">
                    <a:avLst/>
                  </a:prstGeom>
                </p:spPr>
              </p:pic>
            </mc:Fallback>
          </mc:AlternateContent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FAA0D40-B291-4B2B-9BAF-630BC9F40D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76395" y="2491386"/>
                <a:ext cx="0" cy="63576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7FA769E8-9837-971D-82A7-52FBF54598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3224" y="2491386"/>
                <a:ext cx="0" cy="63576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5DCD2BB-D886-A13F-5E32-B37D543F8907}"/>
                  </a:ext>
                </a:extLst>
              </p:cNvPr>
              <p:cNvSpPr txBox="1"/>
              <p:nvPr/>
            </p:nvSpPr>
            <p:spPr>
              <a:xfrm>
                <a:off x="9880943" y="3080564"/>
                <a:ext cx="41710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X" sz="700" dirty="0"/>
                  <a:t>Media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1988E06-5F54-0217-0EB2-9CAA6AE68BE1}"/>
                  </a:ext>
                </a:extLst>
              </p:cNvPr>
              <p:cNvSpPr txBox="1"/>
              <p:nvPr/>
            </p:nvSpPr>
            <p:spPr>
              <a:xfrm>
                <a:off x="9397686" y="3080564"/>
                <a:ext cx="5068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X" sz="700" dirty="0"/>
                  <a:t>Mediana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982F9E9-E4E1-2AFE-AD0C-88BA813ED16A}"/>
                    </a:ext>
                  </a:extLst>
                </p:cNvPr>
                <p:cNvSpPr txBox="1"/>
                <p:nvPr/>
              </p:nvSpPr>
              <p:spPr>
                <a:xfrm>
                  <a:off x="8270512" y="3217660"/>
                  <a:ext cx="2880000" cy="7109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MX" sz="700" dirty="0">
                      <a:solidFill>
                        <a:schemeClr val="tx1"/>
                      </a:solidFill>
                    </a:rPr>
                    <a:t>Primero se debe ordenar los datos. Después: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7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𝑀𝑒𝑑</m:t>
                        </m:r>
                        <m:r>
                          <a:rPr lang="es-ES" sz="7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s-ES" sz="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s-ES" sz="7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s-ES" sz="7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s-ES" sz="7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s-ES" sz="7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ES" sz="7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lang="es-ES" sz="7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s-ES" sz="7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ES" sz="7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𝑠𝑖</m:t>
                                </m:r>
                                <m:r>
                                  <a:rPr lang="es-ES" sz="7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ES" sz="7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s-ES" sz="7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ES" sz="7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𝑒𝑠</m:t>
                                </m:r>
                                <m:r>
                                  <a:rPr lang="es-ES" sz="7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ES" sz="7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𝑝𝑎𝑟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s-ES" sz="7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7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s-ES" sz="7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s-ES" sz="7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s-ES" sz="7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s-ES" sz="7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num>
                                          <m:den>
                                            <m:r>
                                              <a:rPr lang="es-ES" sz="7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  <m:r>
                                      <a:rPr lang="es-ES" sz="7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ES" sz="7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s-ES" sz="7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s-ES" sz="7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s-ES" sz="7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s-ES" sz="7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num>
                                          <m:den>
                                            <m:r>
                                              <a:rPr lang="es-ES" sz="7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num>
                                  <m:den>
                                    <m:r>
                                      <a:rPr lang="es-ES" sz="7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s-ES" sz="7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ES" sz="7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𝑠𝑖</m:t>
                                </m:r>
                                <m:r>
                                  <a:rPr lang="es-ES" sz="7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ES" sz="7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s-ES" sz="7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ES" sz="7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𝑒𝑠</m:t>
                                </m:r>
                                <m:r>
                                  <a:rPr lang="es-ES" sz="7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ES" sz="7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𝑖𝑚𝑝𝑎𝑟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MX" sz="7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982F9E9-E4E1-2AFE-AD0C-88BA813ED1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0512" y="3217660"/>
                  <a:ext cx="2880000" cy="71096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MX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050" name="Picture 2" descr="Estadística unidimensional Bachillerato">
            <a:extLst>
              <a:ext uri="{FF2B5EF4-FFF2-40B4-BE49-F238E27FC236}">
                <a16:creationId xmlns:a16="http://schemas.microsoft.com/office/drawing/2014/main" id="{898B5EDD-A223-E925-784C-03FD2D27F9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58" b="62088"/>
          <a:stretch/>
        </p:blipFill>
        <p:spPr bwMode="auto">
          <a:xfrm>
            <a:off x="4609534" y="3446761"/>
            <a:ext cx="1323070" cy="359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Estadística unidimensional Bachillerato">
            <a:extLst>
              <a:ext uri="{FF2B5EF4-FFF2-40B4-BE49-F238E27FC236}">
                <a16:creationId xmlns:a16="http://schemas.microsoft.com/office/drawing/2014/main" id="{9584C8CE-5DCE-16E4-DDFB-7398869688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12"/>
          <a:stretch/>
        </p:blipFill>
        <p:spPr bwMode="auto">
          <a:xfrm>
            <a:off x="6096000" y="3261326"/>
            <a:ext cx="1770998" cy="638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05F7E39-8679-1409-0852-68DB516EE612}"/>
              </a:ext>
            </a:extLst>
          </p:cNvPr>
          <p:cNvSpPr txBox="1"/>
          <p:nvPr/>
        </p:nvSpPr>
        <p:spPr>
          <a:xfrm>
            <a:off x="183878" y="5702913"/>
            <a:ext cx="8721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100" dirty="0"/>
              <a:t>Para pensar…</a:t>
            </a:r>
          </a:p>
        </p:txBody>
      </p:sp>
    </p:spTree>
    <p:extLst>
      <p:ext uri="{BB962C8B-B14F-4D97-AF65-F5344CB8AC3E}">
        <p14:creationId xmlns:p14="http://schemas.microsoft.com/office/powerpoint/2010/main" val="2942843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916C-4A58-551D-CC82-EF82869C7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X" dirty="0"/>
              <a:t>M</a:t>
            </a:r>
            <a:r>
              <a:rPr lang="en-US" dirty="0"/>
              <a:t>e</a:t>
            </a:r>
            <a:r>
              <a:rPr lang="en-MX" dirty="0"/>
              <a:t>didas de dispersión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FF4970-03E1-7864-4094-537C23FDCE95}"/>
              </a:ext>
            </a:extLst>
          </p:cNvPr>
          <p:cNvCxnSpPr>
            <a:cxnSpLocks/>
          </p:cNvCxnSpPr>
          <p:nvPr/>
        </p:nvCxnSpPr>
        <p:spPr>
          <a:xfrm>
            <a:off x="4504771" y="1687330"/>
            <a:ext cx="0" cy="4780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961516-08C0-CCEB-88D1-1D7A8AA1C98A}"/>
              </a:ext>
            </a:extLst>
          </p:cNvPr>
          <p:cNvCxnSpPr>
            <a:cxnSpLocks/>
          </p:cNvCxnSpPr>
          <p:nvPr/>
        </p:nvCxnSpPr>
        <p:spPr>
          <a:xfrm>
            <a:off x="7978245" y="1687330"/>
            <a:ext cx="0" cy="4780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76508E2-BD48-0F47-5FE1-FF54AB0C105A}"/>
              </a:ext>
            </a:extLst>
          </p:cNvPr>
          <p:cNvSpPr txBox="1"/>
          <p:nvPr/>
        </p:nvSpPr>
        <p:spPr>
          <a:xfrm>
            <a:off x="149323" y="3419193"/>
            <a:ext cx="8721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100" dirty="0"/>
              <a:t>Fórmula estadística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D3CAFC-AA70-DB92-0082-39A996B886BC}"/>
              </a:ext>
            </a:extLst>
          </p:cNvPr>
          <p:cNvSpPr txBox="1"/>
          <p:nvPr/>
        </p:nvSpPr>
        <p:spPr>
          <a:xfrm>
            <a:off x="183878" y="4018800"/>
            <a:ext cx="1051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100" dirty="0"/>
              <a:t>Interpretación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2EF5FC-7F55-0507-F52F-EEA7A5AF229F}"/>
              </a:ext>
            </a:extLst>
          </p:cNvPr>
          <p:cNvSpPr txBox="1"/>
          <p:nvPr/>
        </p:nvSpPr>
        <p:spPr>
          <a:xfrm>
            <a:off x="183879" y="4767853"/>
            <a:ext cx="8721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100" dirty="0"/>
              <a:t>Usos comunes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A3C4EE4-33D5-699B-38CA-A09D17008C55}"/>
              </a:ext>
            </a:extLst>
          </p:cNvPr>
          <p:cNvCxnSpPr>
            <a:cxnSpLocks/>
          </p:cNvCxnSpPr>
          <p:nvPr/>
        </p:nvCxnSpPr>
        <p:spPr>
          <a:xfrm flipV="1">
            <a:off x="1132685" y="3910364"/>
            <a:ext cx="10729802" cy="1792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C05168B-E1B2-D0A4-03D6-B8781133121D}"/>
              </a:ext>
            </a:extLst>
          </p:cNvPr>
          <p:cNvCxnSpPr>
            <a:cxnSpLocks/>
          </p:cNvCxnSpPr>
          <p:nvPr/>
        </p:nvCxnSpPr>
        <p:spPr>
          <a:xfrm flipV="1">
            <a:off x="1175419" y="4705190"/>
            <a:ext cx="10729802" cy="1792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899A0D4-CBD3-9C12-9F36-27645FD1C42C}"/>
              </a:ext>
            </a:extLst>
          </p:cNvPr>
          <p:cNvCxnSpPr>
            <a:cxnSpLocks/>
          </p:cNvCxnSpPr>
          <p:nvPr/>
        </p:nvCxnSpPr>
        <p:spPr>
          <a:xfrm flipV="1">
            <a:off x="1175419" y="5599802"/>
            <a:ext cx="10729802" cy="1792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A5EB798-704B-4759-6BDB-7EA8ED87AA83}"/>
              </a:ext>
            </a:extLst>
          </p:cNvPr>
          <p:cNvSpPr txBox="1"/>
          <p:nvPr/>
        </p:nvSpPr>
        <p:spPr>
          <a:xfrm>
            <a:off x="5507429" y="1687330"/>
            <a:ext cx="14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X" sz="1200" b="1" dirty="0"/>
              <a:t>Desviación estándar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F260F3-5D96-B041-F3EC-56B82E037475}"/>
              </a:ext>
            </a:extLst>
          </p:cNvPr>
          <p:cNvSpPr txBox="1"/>
          <p:nvPr/>
        </p:nvSpPr>
        <p:spPr>
          <a:xfrm>
            <a:off x="4677937" y="4018800"/>
            <a:ext cx="315198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100" dirty="0"/>
              <a:t>Aunque está muy cercanamente emparentada con la varianza (es su raíz cuadrada), esta se encuentra en “las mismas unidades” que el promedio.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6FC01E-87F6-1891-FB1A-FBDA2AF63CE3}"/>
              </a:ext>
            </a:extLst>
          </p:cNvPr>
          <p:cNvSpPr txBox="1"/>
          <p:nvPr/>
        </p:nvSpPr>
        <p:spPr>
          <a:xfrm>
            <a:off x="4801508" y="5702913"/>
            <a:ext cx="28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100" i="1" dirty="0"/>
              <a:t>¿Qué significa si se encuentra que, para un valor, el intervalo de confianza contiene valores positivos y negativos? ¿Se puede concluir que el efecto es positivo?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B79C247-2956-6F85-F9A7-13DE661780E6}"/>
                  </a:ext>
                </a:extLst>
              </p:cNvPr>
              <p:cNvSpPr txBox="1"/>
              <p:nvPr/>
            </p:nvSpPr>
            <p:spPr>
              <a:xfrm>
                <a:off x="4677937" y="4767853"/>
                <a:ext cx="3124671" cy="611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MX" sz="1100" dirty="0">
                    <a:solidFill>
                      <a:schemeClr val="tx1"/>
                    </a:solidFill>
                  </a:rPr>
                  <a:t>La desviación estándar se utiliza para los intervalos de confianza, generalmente definidos como [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1100" dirty="0"/>
                      <m:t>β</m:t>
                    </m:r>
                  </m:oMath>
                </a14:m>
                <a:r>
                  <a:rPr lang="en-MX" sz="1100" dirty="0">
                    <a:solidFill>
                      <a:schemeClr val="tx1"/>
                    </a:solidFill>
                  </a:rPr>
                  <a:t>-1.96*</a:t>
                </a:r>
                <a:r>
                  <a:rPr lang="es-ES" sz="11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MX" sz="1100" dirty="0">
                    <a:solidFill>
                      <a:schemeClr val="tx1"/>
                    </a:solidFill>
                  </a:rPr>
                  <a:t>, </a:t>
                </a:r>
                <a:r>
                  <a:rPr lang="el-GR" sz="1100" dirty="0"/>
                  <a:t>β</a:t>
                </a:r>
                <a:r>
                  <a:rPr lang="en-MX" sz="1100" dirty="0">
                    <a:solidFill>
                      <a:schemeClr val="tx1"/>
                    </a:solidFill>
                  </a:rPr>
                  <a:t>+1.96*</a:t>
                </a:r>
                <a:r>
                  <a:rPr lang="es-ES" sz="11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MX" sz="1100" dirty="0">
                    <a:solidFill>
                      <a:schemeClr val="tx1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B79C247-2956-6F85-F9A7-13DE66178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7937" y="4767853"/>
                <a:ext cx="3124671" cy="611321"/>
              </a:xfrm>
              <a:prstGeom prst="rect">
                <a:avLst/>
              </a:prstGeom>
              <a:blipFill>
                <a:blip r:embed="rId2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6DECADD-AFE3-EA38-A179-3DBB6E417121}"/>
                  </a:ext>
                </a:extLst>
              </p:cNvPr>
              <p:cNvSpPr txBox="1"/>
              <p:nvPr/>
            </p:nvSpPr>
            <p:spPr>
              <a:xfrm>
                <a:off x="4801508" y="3278734"/>
                <a:ext cx="2880000" cy="592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1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s-E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MX" sz="11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MX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MX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E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E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E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s-E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E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s-E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E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E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s-E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  <m:r>
                                        <a:rPr lang="es-E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s-E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s-E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MX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6DECADD-AFE3-EA38-A179-3DBB6E417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508" y="3278734"/>
                <a:ext cx="2880000" cy="592470"/>
              </a:xfrm>
              <a:prstGeom prst="rect">
                <a:avLst/>
              </a:prstGeom>
              <a:blipFill>
                <a:blip r:embed="rId3"/>
                <a:stretch>
                  <a:fillRect t="-27660" b="-25532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E8D8645-4E62-B156-A668-2CC8C24464A1}"/>
              </a:ext>
            </a:extLst>
          </p:cNvPr>
          <p:cNvSpPr txBox="1"/>
          <p:nvPr/>
        </p:nvSpPr>
        <p:spPr>
          <a:xfrm>
            <a:off x="2403572" y="1687330"/>
            <a:ext cx="7289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X" sz="1200" b="1" dirty="0"/>
              <a:t>Varianza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9A0C58-6B2D-B1CA-E58C-009F8C3984D1}"/>
              </a:ext>
            </a:extLst>
          </p:cNvPr>
          <p:cNvSpPr txBox="1"/>
          <p:nvPr/>
        </p:nvSpPr>
        <p:spPr>
          <a:xfrm>
            <a:off x="1328033" y="4018800"/>
            <a:ext cx="320147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MX"/>
            </a:defPPr>
            <a:lvl1pPr>
              <a:defRPr sz="1100">
                <a:solidFill>
                  <a:srgbClr val="FF0000"/>
                </a:solidFill>
              </a:defRPr>
            </a:lvl1pPr>
          </a:lstStyle>
          <a:p>
            <a:r>
              <a:rPr lang="es-ES_tradnl" dirty="0">
                <a:solidFill>
                  <a:schemeClr val="tx1"/>
                </a:solidFill>
              </a:rPr>
              <a:t>En una distribución dada, la varianza indica el grado de dispersión de los datos. Un valor alto indica que los datos se encuentran lejos del promedio.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E47E32-8A88-9CED-4133-84D7D165FBEE}"/>
              </a:ext>
            </a:extLst>
          </p:cNvPr>
          <p:cNvSpPr txBox="1"/>
          <p:nvPr/>
        </p:nvSpPr>
        <p:spPr>
          <a:xfrm>
            <a:off x="1328034" y="4767853"/>
            <a:ext cx="2880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100" dirty="0"/>
              <a:t>Es un concepto conocido en la industria en general, así que se puede describir un conjunto de datos como ”con alta varianza”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1D6425-9A93-7E08-62CC-123A57418BEF}"/>
              </a:ext>
            </a:extLst>
          </p:cNvPr>
          <p:cNvSpPr txBox="1"/>
          <p:nvPr/>
        </p:nvSpPr>
        <p:spPr>
          <a:xfrm>
            <a:off x="1328034" y="5702913"/>
            <a:ext cx="28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100" i="1" dirty="0"/>
              <a:t>¿Cuál es la diferencia entre un grupo de personas cuyas alturas tienen una alta varianza, y otro con baja varianza, aunque su promedio sea el mismo?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B23249B-5FED-F170-6C88-CD15C756F614}"/>
                  </a:ext>
                </a:extLst>
              </p:cNvPr>
              <p:cNvSpPr txBox="1"/>
              <p:nvPr/>
            </p:nvSpPr>
            <p:spPr>
              <a:xfrm>
                <a:off x="1328034" y="3392675"/>
                <a:ext cx="2880000" cy="446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MX" sz="11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X" sz="11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s-E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MX" sz="11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MX" sz="11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E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E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s-E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s-E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ES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E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ES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s-E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E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s-E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MX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B23249B-5FED-F170-6C88-CD15C756F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34" y="3392675"/>
                <a:ext cx="2880000" cy="446404"/>
              </a:xfrm>
              <a:prstGeom prst="rect">
                <a:avLst/>
              </a:prstGeom>
              <a:blipFill>
                <a:blip r:embed="rId4"/>
                <a:stretch>
                  <a:fillRect t="-55556" b="-44444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6887D9C-967D-F66E-DBE8-B82A6ED5C650}"/>
              </a:ext>
            </a:extLst>
          </p:cNvPr>
          <p:cNvSpPr txBox="1"/>
          <p:nvPr/>
        </p:nvSpPr>
        <p:spPr>
          <a:xfrm>
            <a:off x="8850836" y="1687330"/>
            <a:ext cx="17282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X" sz="1200" b="1" dirty="0"/>
              <a:t>Coeficiente de Variación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962311-662F-D786-2376-394732ACC2F7}"/>
              </a:ext>
            </a:extLst>
          </p:cNvPr>
          <p:cNvSpPr txBox="1"/>
          <p:nvPr/>
        </p:nvSpPr>
        <p:spPr>
          <a:xfrm>
            <a:off x="8274983" y="4767853"/>
            <a:ext cx="288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100"/>
              <a:t>El CV se utiliza para la comparación entre conjuntos de datos con diferentes unidades.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E8B17D-BD02-B7CB-6BD3-365231C0F03B}"/>
              </a:ext>
            </a:extLst>
          </p:cNvPr>
          <p:cNvSpPr txBox="1"/>
          <p:nvPr/>
        </p:nvSpPr>
        <p:spPr>
          <a:xfrm>
            <a:off x="8274983" y="3952896"/>
            <a:ext cx="338978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100" dirty="0"/>
              <a:t>Generalmente se expresa como un porcentaje. Describe la dispersión de los datos con una medida que no depende del orden de magnitud de las variables.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19E858-8851-8359-F804-F1F66F88B92A}"/>
              </a:ext>
            </a:extLst>
          </p:cNvPr>
          <p:cNvSpPr txBox="1"/>
          <p:nvPr/>
        </p:nvSpPr>
        <p:spPr>
          <a:xfrm>
            <a:off x="8274982" y="5702913"/>
            <a:ext cx="338978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100" i="1" dirty="0"/>
              <a:t>¿Qué significa que un conjunto de datos tenga un coeficiente de variación de más de 100%? ¿Qué implica esto para un análisis de promedios?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982F9E9-E4E1-2AFE-AD0C-88BA813ED16A}"/>
                  </a:ext>
                </a:extLst>
              </p:cNvPr>
              <p:cNvSpPr txBox="1"/>
              <p:nvPr/>
            </p:nvSpPr>
            <p:spPr>
              <a:xfrm>
                <a:off x="8274983" y="3503831"/>
                <a:ext cx="2880000" cy="384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𝐶𝑉</m:t>
                      </m:r>
                      <m:r>
                        <a:rPr lang="es-E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acc>
                            <m:accPr>
                              <m:chr m:val="̅"/>
                              <m:ctrlPr>
                                <a:rPr lang="en-MX" sz="11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11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n-MX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982F9E9-E4E1-2AFE-AD0C-88BA813ED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983" y="3503831"/>
                <a:ext cx="2880000" cy="3844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0508C0F-409C-5DF8-2F1C-2840D82BB666}"/>
              </a:ext>
            </a:extLst>
          </p:cNvPr>
          <p:cNvSpPr txBox="1"/>
          <p:nvPr/>
        </p:nvSpPr>
        <p:spPr>
          <a:xfrm>
            <a:off x="183878" y="5702913"/>
            <a:ext cx="8721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100" dirty="0"/>
              <a:t>Para pensar…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C5DF5307-4B87-7428-0458-A08C098D693A}"/>
                  </a:ext>
                </a:extLst>
              </p:cNvPr>
              <p:cNvGraphicFramePr/>
              <p:nvPr/>
            </p:nvGraphicFramePr>
            <p:xfrm>
              <a:off x="1328034" y="2268664"/>
              <a:ext cx="1423398" cy="85848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6"/>
              </a:graphicData>
            </a:graphic>
          </p:graphicFrame>
        </mc:Choice>
        <mc:Fallback xmlns="">
          <p:pic>
            <p:nvPicPr>
              <p:cNvPr id="7" name="Chart 6">
                <a:extLst>
                  <a:ext uri="{FF2B5EF4-FFF2-40B4-BE49-F238E27FC236}">
                    <a16:creationId xmlns:a16="http://schemas.microsoft.com/office/drawing/2014/main" id="{C5DF5307-4B87-7428-0458-A08C098D693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28034" y="2268664"/>
                <a:ext cx="1423398" cy="8584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25" name="Chart 24">
                <a:extLst>
                  <a:ext uri="{FF2B5EF4-FFF2-40B4-BE49-F238E27FC236}">
                    <a16:creationId xmlns:a16="http://schemas.microsoft.com/office/drawing/2014/main" id="{F218451B-FE96-3D36-CB23-5C54274C6DDA}"/>
                  </a:ext>
                </a:extLst>
              </p:cNvPr>
              <p:cNvGraphicFramePr/>
              <p:nvPr/>
            </p:nvGraphicFramePr>
            <p:xfrm>
              <a:off x="2805970" y="2255765"/>
              <a:ext cx="1423398" cy="85848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8"/>
              </a:graphicData>
            </a:graphic>
          </p:graphicFrame>
        </mc:Choice>
        <mc:Fallback xmlns="">
          <p:pic>
            <p:nvPicPr>
              <p:cNvPr id="25" name="Chart 24">
                <a:extLst>
                  <a:ext uri="{FF2B5EF4-FFF2-40B4-BE49-F238E27FC236}">
                    <a16:creationId xmlns:a16="http://schemas.microsoft.com/office/drawing/2014/main" id="{F218451B-FE96-3D36-CB23-5C54274C6DD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05970" y="2255765"/>
                <a:ext cx="1423398" cy="858485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C9F7A06E-6366-7A77-96AB-BA435FE172CD}"/>
              </a:ext>
            </a:extLst>
          </p:cNvPr>
          <p:cNvSpPr/>
          <p:nvPr/>
        </p:nvSpPr>
        <p:spPr>
          <a:xfrm>
            <a:off x="3801663" y="2840231"/>
            <a:ext cx="322051" cy="2502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3BD00C-6C11-78BE-EE73-37A56084331B}"/>
              </a:ext>
            </a:extLst>
          </p:cNvPr>
          <p:cNvSpPr/>
          <p:nvPr/>
        </p:nvSpPr>
        <p:spPr>
          <a:xfrm>
            <a:off x="2820740" y="2800504"/>
            <a:ext cx="322051" cy="2502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32" name="Chart 31">
                <a:extLst>
                  <a:ext uri="{FF2B5EF4-FFF2-40B4-BE49-F238E27FC236}">
                    <a16:creationId xmlns:a16="http://schemas.microsoft.com/office/drawing/2014/main" id="{4A13AC6B-B73B-91FE-F0DE-6BD41EE87673}"/>
                  </a:ext>
                </a:extLst>
              </p:cNvPr>
              <p:cNvGraphicFramePr/>
              <p:nvPr/>
            </p:nvGraphicFramePr>
            <p:xfrm>
              <a:off x="4901274" y="2270314"/>
              <a:ext cx="1423398" cy="85848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0"/>
              </a:graphicData>
            </a:graphic>
          </p:graphicFrame>
        </mc:Choice>
        <mc:Fallback xmlns="">
          <p:pic>
            <p:nvPicPr>
              <p:cNvPr id="32" name="Chart 31">
                <a:extLst>
                  <a:ext uri="{FF2B5EF4-FFF2-40B4-BE49-F238E27FC236}">
                    <a16:creationId xmlns:a16="http://schemas.microsoft.com/office/drawing/2014/main" id="{4A13AC6B-B73B-91FE-F0DE-6BD41EE876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01274" y="2270314"/>
                <a:ext cx="1423398" cy="8584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50" name="Chart 49">
                <a:extLst>
                  <a:ext uri="{FF2B5EF4-FFF2-40B4-BE49-F238E27FC236}">
                    <a16:creationId xmlns:a16="http://schemas.microsoft.com/office/drawing/2014/main" id="{7052110B-3078-49F7-ED5F-74DC8DFA0AFC}"/>
                  </a:ext>
                </a:extLst>
              </p:cNvPr>
              <p:cNvGraphicFramePr/>
              <p:nvPr/>
            </p:nvGraphicFramePr>
            <p:xfrm>
              <a:off x="6379210" y="2257415"/>
              <a:ext cx="1423398" cy="85848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2"/>
              </a:graphicData>
            </a:graphic>
          </p:graphicFrame>
        </mc:Choice>
        <mc:Fallback xmlns="">
          <p:pic>
            <p:nvPicPr>
              <p:cNvPr id="50" name="Chart 49">
                <a:extLst>
                  <a:ext uri="{FF2B5EF4-FFF2-40B4-BE49-F238E27FC236}">
                    <a16:creationId xmlns:a16="http://schemas.microsoft.com/office/drawing/2014/main" id="{7052110B-3078-49F7-ED5F-74DC8DFA0AF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379210" y="2257415"/>
                <a:ext cx="1423398" cy="858485"/>
              </a:xfrm>
              <a:prstGeom prst="rect">
                <a:avLst/>
              </a:prstGeom>
            </p:spPr>
          </p:pic>
        </mc:Fallback>
      </mc:AlternateContent>
      <p:sp>
        <p:nvSpPr>
          <p:cNvPr id="51" name="Rectangle 50">
            <a:extLst>
              <a:ext uri="{FF2B5EF4-FFF2-40B4-BE49-F238E27FC236}">
                <a16:creationId xmlns:a16="http://schemas.microsoft.com/office/drawing/2014/main" id="{546BE1EA-89D4-9426-A437-50D212931111}"/>
              </a:ext>
            </a:extLst>
          </p:cNvPr>
          <p:cNvSpPr/>
          <p:nvPr/>
        </p:nvSpPr>
        <p:spPr>
          <a:xfrm>
            <a:off x="7374903" y="2841881"/>
            <a:ext cx="427705" cy="2502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DAD63D5-E037-A46B-E6DC-B4D6DCB37744}"/>
              </a:ext>
            </a:extLst>
          </p:cNvPr>
          <p:cNvSpPr/>
          <p:nvPr/>
        </p:nvSpPr>
        <p:spPr>
          <a:xfrm>
            <a:off x="6393980" y="2802154"/>
            <a:ext cx="322051" cy="2502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53" name="Chart 52">
                <a:extLst>
                  <a:ext uri="{FF2B5EF4-FFF2-40B4-BE49-F238E27FC236}">
                    <a16:creationId xmlns:a16="http://schemas.microsoft.com/office/drawing/2014/main" id="{EB8D7972-F663-CAA8-A49B-D562D7EB75E3}"/>
                  </a:ext>
                </a:extLst>
              </p:cNvPr>
              <p:cNvGraphicFramePr/>
              <p:nvPr/>
            </p:nvGraphicFramePr>
            <p:xfrm>
              <a:off x="8269204" y="2725128"/>
              <a:ext cx="1423398" cy="389122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4"/>
              </a:graphicData>
            </a:graphic>
          </p:graphicFrame>
        </mc:Choice>
        <mc:Fallback xmlns="">
          <p:pic>
            <p:nvPicPr>
              <p:cNvPr id="53" name="Chart 52">
                <a:extLst>
                  <a:ext uri="{FF2B5EF4-FFF2-40B4-BE49-F238E27FC236}">
                    <a16:creationId xmlns:a16="http://schemas.microsoft.com/office/drawing/2014/main" id="{EB8D7972-F663-CAA8-A49B-D562D7EB75E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69204" y="2725128"/>
                <a:ext cx="1423398" cy="3891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54" name="Chart 53">
                <a:extLst>
                  <a:ext uri="{FF2B5EF4-FFF2-40B4-BE49-F238E27FC236}">
                    <a16:creationId xmlns:a16="http://schemas.microsoft.com/office/drawing/2014/main" id="{6908701E-4EE4-28CC-8780-0FE29D53F667}"/>
                  </a:ext>
                </a:extLst>
              </p:cNvPr>
              <p:cNvGraphicFramePr/>
              <p:nvPr/>
            </p:nvGraphicFramePr>
            <p:xfrm>
              <a:off x="10028811" y="2255765"/>
              <a:ext cx="1423398" cy="85848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6"/>
              </a:graphicData>
            </a:graphic>
          </p:graphicFrame>
        </mc:Choice>
        <mc:Fallback xmlns="">
          <p:pic>
            <p:nvPicPr>
              <p:cNvPr id="54" name="Chart 53">
                <a:extLst>
                  <a:ext uri="{FF2B5EF4-FFF2-40B4-BE49-F238E27FC236}">
                    <a16:creationId xmlns:a16="http://schemas.microsoft.com/office/drawing/2014/main" id="{6908701E-4EE4-28CC-8780-0FE29D53F66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028811" y="2255765"/>
                <a:ext cx="1423398" cy="858485"/>
              </a:xfrm>
              <a:prstGeom prst="rect">
                <a:avLst/>
              </a:prstGeom>
            </p:spPr>
          </p:pic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6E2B842A-56AB-4974-E65A-7D67E5A02D31}"/>
              </a:ext>
            </a:extLst>
          </p:cNvPr>
          <p:cNvSpPr txBox="1"/>
          <p:nvPr/>
        </p:nvSpPr>
        <p:spPr>
          <a:xfrm>
            <a:off x="8153883" y="2289672"/>
            <a:ext cx="15499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800" dirty="0">
                <a:solidFill>
                  <a:srgbClr val="565656"/>
                </a:solidFill>
              </a:rPr>
              <a:t>Altura de la población A</a:t>
            </a:r>
          </a:p>
        </p:txBody>
      </p:sp>
    </p:spTree>
    <p:extLst>
      <p:ext uri="{BB962C8B-B14F-4D97-AF65-F5344CB8AC3E}">
        <p14:creationId xmlns:p14="http://schemas.microsoft.com/office/powerpoint/2010/main" val="4283328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E35AB93-0604-5C5E-2A49-E204E7A5A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425" y="0"/>
            <a:ext cx="7116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2230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196A9-0510-B135-152F-2A5BF519A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X" dirty="0"/>
              <a:t>Referencias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5D2ED-6E3B-4D94-903E-730D8CAC4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000000"/>
                </a:solidFill>
                <a:effectLst/>
                <a:latin typeface="Times"/>
              </a:rPr>
              <a:t>NIST/SEMATECH e-Handbook of Statistical Methods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  <a:hlinkClick r:id="rId2"/>
              </a:rPr>
              <a:t>http://www.itl.nist.gov/div898/handbook/eda/eda.htm</a:t>
            </a:r>
            <a:endParaRPr lang="en-US" b="0" i="0" dirty="0">
              <a:solidFill>
                <a:srgbClr val="000000"/>
              </a:solidFill>
              <a:effectLst/>
              <a:latin typeface="Times"/>
            </a:endParaRPr>
          </a:p>
          <a:p>
            <a:r>
              <a:rPr lang="en-US" dirty="0">
                <a:solidFill>
                  <a:srgbClr val="000000"/>
                </a:solidFill>
                <a:latin typeface="Times"/>
              </a:rPr>
              <a:t>Data Science for Public Policy, Chen </a:t>
            </a:r>
            <a:r>
              <a:rPr lang="en-US" dirty="0" err="1">
                <a:solidFill>
                  <a:srgbClr val="000000"/>
                </a:solidFill>
                <a:latin typeface="Times"/>
              </a:rPr>
              <a:t>et.al</a:t>
            </a:r>
            <a:r>
              <a:rPr lang="en-US" dirty="0">
                <a:solidFill>
                  <a:srgbClr val="000000"/>
                </a:solidFill>
                <a:latin typeface="Times"/>
              </a:rPr>
              <a:t>., Cap 6</a:t>
            </a:r>
          </a:p>
          <a:p>
            <a:endParaRPr lang="en-US" dirty="0">
              <a:solidFill>
                <a:srgbClr val="000000"/>
              </a:solidFill>
              <a:latin typeface="Time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Times"/>
              </a:rPr>
              <a:t>Material </a:t>
            </a:r>
            <a:r>
              <a:rPr lang="en-US" dirty="0" err="1">
                <a:solidFill>
                  <a:srgbClr val="000000"/>
                </a:solidFill>
                <a:latin typeface="Times"/>
              </a:rPr>
              <a:t>adicional</a:t>
            </a:r>
            <a:endParaRPr lang="en-US" dirty="0">
              <a:solidFill>
                <a:srgbClr val="000000"/>
              </a:solidFill>
              <a:latin typeface="Times"/>
            </a:endParaRPr>
          </a:p>
          <a:p>
            <a:r>
              <a:rPr lang="en-MX" dirty="0">
                <a:solidFill>
                  <a:srgbClr val="000000"/>
                </a:solidFill>
                <a:latin typeface="Times"/>
              </a:rPr>
              <a:t>A Modern Introduction to Probability and Statistics, Dekking et.al., Cap 15 y 16</a:t>
            </a:r>
          </a:p>
          <a:p>
            <a:endParaRPr lang="en-US" dirty="0">
              <a:solidFill>
                <a:srgbClr val="000000"/>
              </a:solidFill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2836803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8344</TotalTime>
  <Words>1288</Words>
  <Application>Microsoft Macintosh PowerPoint</Application>
  <PresentationFormat>Widescreen</PresentationFormat>
  <Paragraphs>191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Source Sans Pro</vt:lpstr>
      <vt:lpstr>Times</vt:lpstr>
      <vt:lpstr>Office Theme</vt:lpstr>
      <vt:lpstr>Análisis exploratorio de datos</vt:lpstr>
      <vt:lpstr>¿Qué es AED (EDA)?</vt:lpstr>
      <vt:lpstr>¿Qué es AED (EDA)?</vt:lpstr>
      <vt:lpstr>¿Qué es AED (EDA)?</vt:lpstr>
      <vt:lpstr>PowerPoint Presentation</vt:lpstr>
      <vt:lpstr>PowerPoint Presentation</vt:lpstr>
      <vt:lpstr>Ascombe quartet</vt:lpstr>
      <vt:lpstr>Ascombe quartet</vt:lpstr>
      <vt:lpstr>PowerPoint Presentation</vt:lpstr>
      <vt:lpstr>PowerPoint Presentation</vt:lpstr>
      <vt:lpstr>Checklist para EDA</vt:lpstr>
      <vt:lpstr>Checklist para EDA</vt:lpstr>
      <vt:lpstr>Checklist para EDA</vt:lpstr>
      <vt:lpstr>Medidas de centralidad</vt:lpstr>
      <vt:lpstr>Medidas de dispersión</vt:lpstr>
      <vt:lpstr>PowerPoint Presentation</vt:lpstr>
      <vt:lpstr>Referencias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Datos </dc:title>
  <dc:creator>María Fernanda Sobrino Macías</dc:creator>
  <cp:lastModifiedBy>Gonzalo Peraza</cp:lastModifiedBy>
  <cp:revision>11</cp:revision>
  <dcterms:created xsi:type="dcterms:W3CDTF">2023-08-16T23:59:19Z</dcterms:created>
  <dcterms:modified xsi:type="dcterms:W3CDTF">2023-10-02T17:34:12Z</dcterms:modified>
</cp:coreProperties>
</file>